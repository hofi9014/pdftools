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7180" y="1361820"/>
            <a:ext cx="516255" cy="99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50">
                <a:latin typeface="Times New Roman"/>
                <a:cs typeface="Times New Roman"/>
              </a:rPr>
              <a:t>Godzina</a:t>
            </a:r>
            <a:r>
              <a:rPr dirty="0" sz="450" spc="220">
                <a:latin typeface="Times New Roman"/>
                <a:cs typeface="Times New Roman"/>
              </a:rPr>
              <a:t>  </a:t>
            </a:r>
            <a:r>
              <a:rPr dirty="0" sz="450" spc="-10">
                <a:latin typeface="Times New Roman"/>
                <a:cs typeface="Times New Roman"/>
              </a:rPr>
              <a:t>Godzina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5215" y="1441449"/>
            <a:ext cx="1256030" cy="99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50">
                <a:latin typeface="Times New Roman"/>
                <a:cs typeface="Times New Roman"/>
              </a:rPr>
              <a:t>Data</a:t>
            </a:r>
            <a:r>
              <a:rPr dirty="0" sz="450" spc="85">
                <a:latin typeface="Times New Roman"/>
                <a:cs typeface="Times New Roman"/>
              </a:rPr>
              <a:t> </a:t>
            </a:r>
            <a:r>
              <a:rPr dirty="0" sz="450">
                <a:latin typeface="Times New Roman"/>
                <a:cs typeface="Times New Roman"/>
              </a:rPr>
              <a:t>czynności</a:t>
            </a:r>
            <a:r>
              <a:rPr dirty="0" sz="450" spc="235">
                <a:latin typeface="Times New Roman"/>
                <a:cs typeface="Times New Roman"/>
              </a:rPr>
              <a:t>  </a:t>
            </a:r>
            <a:r>
              <a:rPr dirty="0" sz="450">
                <a:latin typeface="Times New Roman"/>
                <a:cs typeface="Times New Roman"/>
              </a:rPr>
              <a:t>rozpoczęci</a:t>
            </a:r>
            <a:r>
              <a:rPr dirty="0" sz="450" spc="200">
                <a:latin typeface="Times New Roman"/>
                <a:cs typeface="Times New Roman"/>
              </a:rPr>
              <a:t> </a:t>
            </a:r>
            <a:r>
              <a:rPr dirty="0" sz="450">
                <a:latin typeface="Times New Roman"/>
                <a:cs typeface="Times New Roman"/>
              </a:rPr>
              <a:t>zakończe</a:t>
            </a:r>
            <a:r>
              <a:rPr dirty="0" sz="450" spc="200">
                <a:latin typeface="Times New Roman"/>
                <a:cs typeface="Times New Roman"/>
              </a:rPr>
              <a:t>  </a:t>
            </a:r>
            <a:r>
              <a:rPr dirty="0" sz="450" spc="-10">
                <a:latin typeface="Times New Roman"/>
                <a:cs typeface="Times New Roman"/>
              </a:rPr>
              <a:t>Zmiana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70341" y="1397862"/>
            <a:ext cx="285750" cy="1847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6510" marR="5080" indent="-4445">
              <a:lnSpc>
                <a:spcPct val="116100"/>
              </a:lnSpc>
              <a:spcBef>
                <a:spcPts val="90"/>
              </a:spcBef>
            </a:pPr>
            <a:r>
              <a:rPr dirty="0" sz="450" spc="-10">
                <a:latin typeface="Times New Roman"/>
                <a:cs typeface="Times New Roman"/>
              </a:rPr>
              <a:t>Czynności</a:t>
            </a:r>
            <a:r>
              <a:rPr dirty="0" sz="450" spc="500">
                <a:latin typeface="Times New Roman"/>
                <a:cs typeface="Times New Roman"/>
              </a:rPr>
              <a:t> </a:t>
            </a:r>
            <a:r>
              <a:rPr dirty="0" sz="450" spc="-10">
                <a:latin typeface="Times New Roman"/>
                <a:cs typeface="Times New Roman"/>
              </a:rPr>
              <a:t>wykonane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14587" y="1355952"/>
            <a:ext cx="537210" cy="2647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3655" marR="5080" indent="-20955">
              <a:lnSpc>
                <a:spcPct val="116100"/>
              </a:lnSpc>
              <a:spcBef>
                <a:spcPts val="90"/>
              </a:spcBef>
            </a:pPr>
            <a:r>
              <a:rPr dirty="0" sz="450">
                <a:latin typeface="Times New Roman"/>
                <a:cs typeface="Times New Roman"/>
              </a:rPr>
              <a:t>Forma</a:t>
            </a:r>
            <a:r>
              <a:rPr dirty="0" sz="450" spc="105">
                <a:latin typeface="Times New Roman"/>
                <a:cs typeface="Times New Roman"/>
              </a:rPr>
              <a:t> </a:t>
            </a:r>
            <a:r>
              <a:rPr dirty="0" sz="450">
                <a:latin typeface="Times New Roman"/>
                <a:cs typeface="Times New Roman"/>
              </a:rPr>
              <a:t>pracy</a:t>
            </a:r>
            <a:r>
              <a:rPr dirty="0" sz="450" spc="60">
                <a:latin typeface="Times New Roman"/>
                <a:cs typeface="Times New Roman"/>
              </a:rPr>
              <a:t> </a:t>
            </a:r>
            <a:r>
              <a:rPr dirty="0" sz="450" spc="-10">
                <a:latin typeface="Times New Roman"/>
                <a:cs typeface="Times New Roman"/>
              </a:rPr>
              <a:t>zdalnej</a:t>
            </a:r>
            <a:r>
              <a:rPr dirty="0" sz="450" spc="500">
                <a:latin typeface="Times New Roman"/>
                <a:cs typeface="Times New Roman"/>
              </a:rPr>
              <a:t> </a:t>
            </a:r>
            <a:r>
              <a:rPr dirty="0" sz="450">
                <a:latin typeface="Times New Roman"/>
                <a:cs typeface="Times New Roman"/>
              </a:rPr>
              <a:t>(telefon,</a:t>
            </a:r>
            <a:r>
              <a:rPr dirty="0" sz="450" spc="125">
                <a:latin typeface="Times New Roman"/>
                <a:cs typeface="Times New Roman"/>
              </a:rPr>
              <a:t> </a:t>
            </a:r>
            <a:r>
              <a:rPr dirty="0" sz="450" spc="-10">
                <a:latin typeface="Times New Roman"/>
                <a:cs typeface="Times New Roman"/>
              </a:rPr>
              <a:t>Microsoft</a:t>
            </a:r>
            <a:r>
              <a:rPr dirty="0" sz="450" spc="500">
                <a:latin typeface="Times New Roman"/>
                <a:cs typeface="Times New Roman"/>
              </a:rPr>
              <a:t> </a:t>
            </a:r>
            <a:r>
              <a:rPr dirty="0" sz="450">
                <a:latin typeface="Times New Roman"/>
                <a:cs typeface="Times New Roman"/>
              </a:rPr>
              <a:t>Teams,</a:t>
            </a:r>
            <a:r>
              <a:rPr dirty="0" sz="450" spc="135">
                <a:latin typeface="Times New Roman"/>
                <a:cs typeface="Times New Roman"/>
              </a:rPr>
              <a:t> </a:t>
            </a:r>
            <a:r>
              <a:rPr dirty="0" sz="450">
                <a:latin typeface="Times New Roman"/>
                <a:cs typeface="Times New Roman"/>
              </a:rPr>
              <a:t>Speed</a:t>
            </a:r>
            <a:r>
              <a:rPr dirty="0" sz="450" spc="90">
                <a:latin typeface="Times New Roman"/>
                <a:cs typeface="Times New Roman"/>
              </a:rPr>
              <a:t> </a:t>
            </a:r>
            <a:r>
              <a:rPr dirty="0" sz="450" spc="-10">
                <a:latin typeface="Times New Roman"/>
                <a:cs typeface="Times New Roman"/>
              </a:rPr>
              <a:t>itp.)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41725" y="1441449"/>
            <a:ext cx="593725" cy="99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50">
                <a:latin typeface="Times New Roman"/>
                <a:cs typeface="Times New Roman"/>
              </a:rPr>
              <a:t>Dodatkowe</a:t>
            </a:r>
            <a:r>
              <a:rPr dirty="0" sz="450" spc="150">
                <a:latin typeface="Times New Roman"/>
                <a:cs typeface="Times New Roman"/>
              </a:rPr>
              <a:t> </a:t>
            </a:r>
            <a:r>
              <a:rPr dirty="0" sz="450" spc="-10">
                <a:latin typeface="Times New Roman"/>
                <a:cs typeface="Times New Roman"/>
              </a:rPr>
              <a:t>informacje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130427" y="1612020"/>
            <a:ext cx="2841625" cy="88265"/>
          </a:xfrm>
          <a:custGeom>
            <a:avLst/>
            <a:gdLst/>
            <a:ahLst/>
            <a:cxnLst/>
            <a:rect l="l" t="t" r="r" b="b"/>
            <a:pathLst>
              <a:path w="2841625" h="88264">
                <a:moveTo>
                  <a:pt x="838200" y="0"/>
                </a:moveTo>
                <a:lnTo>
                  <a:pt x="838200" y="0"/>
                </a:lnTo>
                <a:lnTo>
                  <a:pt x="0" y="0"/>
                </a:lnTo>
                <a:lnTo>
                  <a:pt x="0" y="88011"/>
                </a:lnTo>
                <a:lnTo>
                  <a:pt x="838200" y="88011"/>
                </a:lnTo>
                <a:lnTo>
                  <a:pt x="838200" y="0"/>
                </a:lnTo>
                <a:close/>
              </a:path>
              <a:path w="2841625" h="88264">
                <a:moveTo>
                  <a:pt x="2841498" y="0"/>
                </a:moveTo>
                <a:lnTo>
                  <a:pt x="1973961" y="0"/>
                </a:lnTo>
                <a:lnTo>
                  <a:pt x="1973961" y="88011"/>
                </a:lnTo>
                <a:lnTo>
                  <a:pt x="2841498" y="88011"/>
                </a:lnTo>
                <a:lnTo>
                  <a:pt x="2841498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179753" y="1511020"/>
            <a:ext cx="517525" cy="193040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dirty="0" sz="450">
                <a:latin typeface="Times New Roman"/>
                <a:cs typeface="Times New Roman"/>
              </a:rPr>
              <a:t>a</a:t>
            </a:r>
            <a:r>
              <a:rPr dirty="0" sz="450" spc="50">
                <a:latin typeface="Times New Roman"/>
                <a:cs typeface="Times New Roman"/>
              </a:rPr>
              <a:t> </a:t>
            </a:r>
            <a:r>
              <a:rPr dirty="0" sz="450">
                <a:latin typeface="Times New Roman"/>
                <a:cs typeface="Times New Roman"/>
              </a:rPr>
              <a:t>pracy</a:t>
            </a:r>
            <a:r>
              <a:rPr dirty="0" sz="450" spc="220">
                <a:latin typeface="Times New Roman"/>
                <a:cs typeface="Times New Roman"/>
              </a:rPr>
              <a:t>  </a:t>
            </a:r>
            <a:r>
              <a:rPr dirty="0" sz="450">
                <a:latin typeface="Times New Roman"/>
                <a:cs typeface="Times New Roman"/>
              </a:rPr>
              <a:t>nia</a:t>
            </a:r>
            <a:r>
              <a:rPr dirty="0" sz="450" spc="55">
                <a:latin typeface="Times New Roman"/>
                <a:cs typeface="Times New Roman"/>
              </a:rPr>
              <a:t> </a:t>
            </a:r>
            <a:r>
              <a:rPr dirty="0" sz="450" spc="-10">
                <a:latin typeface="Times New Roman"/>
                <a:cs typeface="Times New Roman"/>
              </a:rPr>
              <a:t>pracy</a:t>
            </a:r>
            <a:endParaRPr sz="45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120"/>
              </a:spcBef>
              <a:tabLst>
                <a:tab pos="318135" algn="l"/>
              </a:tabLst>
            </a:pPr>
            <a:r>
              <a:rPr dirty="0" sz="450" spc="-20">
                <a:latin typeface="Calibri"/>
                <a:cs typeface="Calibri"/>
              </a:rPr>
              <a:t>8:00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10">
                <a:latin typeface="Calibri"/>
                <a:cs typeface="Calibri"/>
              </a:rPr>
              <a:t>16:00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30427" y="1695840"/>
            <a:ext cx="2841625" cy="172085"/>
          </a:xfrm>
          <a:custGeom>
            <a:avLst/>
            <a:gdLst/>
            <a:ahLst/>
            <a:cxnLst/>
            <a:rect l="l" t="t" r="r" b="b"/>
            <a:pathLst>
              <a:path w="2841625" h="172085">
                <a:moveTo>
                  <a:pt x="838200" y="0"/>
                </a:moveTo>
                <a:lnTo>
                  <a:pt x="838200" y="0"/>
                </a:lnTo>
                <a:lnTo>
                  <a:pt x="0" y="0"/>
                </a:lnTo>
                <a:lnTo>
                  <a:pt x="0" y="83820"/>
                </a:lnTo>
                <a:lnTo>
                  <a:pt x="0" y="88011"/>
                </a:lnTo>
                <a:lnTo>
                  <a:pt x="0" y="171831"/>
                </a:lnTo>
                <a:lnTo>
                  <a:pt x="297548" y="171831"/>
                </a:lnTo>
                <a:lnTo>
                  <a:pt x="301752" y="171831"/>
                </a:lnTo>
                <a:lnTo>
                  <a:pt x="565785" y="171831"/>
                </a:lnTo>
                <a:lnTo>
                  <a:pt x="569976" y="171831"/>
                </a:lnTo>
                <a:lnTo>
                  <a:pt x="838200" y="171831"/>
                </a:lnTo>
                <a:lnTo>
                  <a:pt x="838200" y="88011"/>
                </a:lnTo>
                <a:lnTo>
                  <a:pt x="838200" y="83820"/>
                </a:lnTo>
                <a:lnTo>
                  <a:pt x="838200" y="0"/>
                </a:lnTo>
                <a:close/>
              </a:path>
              <a:path w="2841625" h="172085">
                <a:moveTo>
                  <a:pt x="2841498" y="0"/>
                </a:moveTo>
                <a:lnTo>
                  <a:pt x="1973961" y="0"/>
                </a:lnTo>
                <a:lnTo>
                  <a:pt x="1973961" y="83820"/>
                </a:lnTo>
                <a:lnTo>
                  <a:pt x="1973961" y="88011"/>
                </a:lnTo>
                <a:lnTo>
                  <a:pt x="1973961" y="171831"/>
                </a:lnTo>
                <a:lnTo>
                  <a:pt x="2841498" y="171831"/>
                </a:lnTo>
                <a:lnTo>
                  <a:pt x="2841498" y="88011"/>
                </a:lnTo>
                <a:lnTo>
                  <a:pt x="2841498" y="83820"/>
                </a:lnTo>
                <a:lnTo>
                  <a:pt x="2841498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204899" y="1678659"/>
            <a:ext cx="442595" cy="193040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0"/>
              </a:spcBef>
              <a:tabLst>
                <a:tab pos="293370" algn="l"/>
              </a:tabLst>
            </a:pPr>
            <a:r>
              <a:rPr dirty="0" sz="450" spc="-10">
                <a:latin typeface="Calibri"/>
                <a:cs typeface="Calibri"/>
              </a:rPr>
              <a:t>15:00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10">
                <a:latin typeface="Calibri"/>
                <a:cs typeface="Calibri"/>
              </a:rPr>
              <a:t>23:00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09880" algn="l"/>
              </a:tabLst>
            </a:pPr>
            <a:r>
              <a:rPr dirty="0" sz="450" spc="-10">
                <a:latin typeface="Calibri"/>
                <a:cs typeface="Calibri"/>
              </a:rPr>
              <a:t>22:00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20">
                <a:latin typeface="Calibri"/>
                <a:cs typeface="Calibri"/>
              </a:rPr>
              <a:t>6:00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130427" y="1863480"/>
            <a:ext cx="2841625" cy="163830"/>
          </a:xfrm>
          <a:custGeom>
            <a:avLst/>
            <a:gdLst/>
            <a:ahLst/>
            <a:cxnLst/>
            <a:rect l="l" t="t" r="r" b="b"/>
            <a:pathLst>
              <a:path w="2841625" h="163830">
                <a:moveTo>
                  <a:pt x="838200" y="0"/>
                </a:moveTo>
                <a:lnTo>
                  <a:pt x="838200" y="0"/>
                </a:lnTo>
                <a:lnTo>
                  <a:pt x="0" y="0"/>
                </a:lnTo>
                <a:lnTo>
                  <a:pt x="0" y="79629"/>
                </a:lnTo>
                <a:lnTo>
                  <a:pt x="0" y="83820"/>
                </a:lnTo>
                <a:lnTo>
                  <a:pt x="0" y="163449"/>
                </a:lnTo>
                <a:lnTo>
                  <a:pt x="297548" y="163449"/>
                </a:lnTo>
                <a:lnTo>
                  <a:pt x="301752" y="163449"/>
                </a:lnTo>
                <a:lnTo>
                  <a:pt x="565785" y="163449"/>
                </a:lnTo>
                <a:lnTo>
                  <a:pt x="569976" y="163449"/>
                </a:lnTo>
                <a:lnTo>
                  <a:pt x="838200" y="163449"/>
                </a:lnTo>
                <a:lnTo>
                  <a:pt x="838200" y="83820"/>
                </a:lnTo>
                <a:lnTo>
                  <a:pt x="838200" y="79629"/>
                </a:lnTo>
                <a:lnTo>
                  <a:pt x="838200" y="0"/>
                </a:lnTo>
                <a:close/>
              </a:path>
              <a:path w="2841625" h="163830">
                <a:moveTo>
                  <a:pt x="2841498" y="0"/>
                </a:moveTo>
                <a:lnTo>
                  <a:pt x="1973961" y="0"/>
                </a:lnTo>
                <a:lnTo>
                  <a:pt x="1973961" y="79629"/>
                </a:lnTo>
                <a:lnTo>
                  <a:pt x="1973961" y="83820"/>
                </a:lnTo>
                <a:lnTo>
                  <a:pt x="1973961" y="163449"/>
                </a:lnTo>
                <a:lnTo>
                  <a:pt x="2841498" y="163449"/>
                </a:lnTo>
                <a:lnTo>
                  <a:pt x="2841498" y="83820"/>
                </a:lnTo>
                <a:lnTo>
                  <a:pt x="2841498" y="79629"/>
                </a:lnTo>
                <a:lnTo>
                  <a:pt x="2841498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204899" y="1846299"/>
            <a:ext cx="442595" cy="18478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  <a:tabLst>
                <a:tab pos="293370" algn="l"/>
              </a:tabLst>
            </a:pPr>
            <a:r>
              <a:rPr dirty="0" sz="450" spc="-10">
                <a:latin typeface="Calibri"/>
                <a:cs typeface="Calibri"/>
              </a:rPr>
              <a:t>07.00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10">
                <a:latin typeface="Calibri"/>
                <a:cs typeface="Calibri"/>
              </a:rPr>
              <a:t>15:00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  <a:tabLst>
                <a:tab pos="293370" algn="l"/>
              </a:tabLst>
            </a:pPr>
            <a:r>
              <a:rPr dirty="0" sz="450" spc="-10">
                <a:latin typeface="Calibri"/>
                <a:cs typeface="Calibri"/>
              </a:rPr>
              <a:t>10:00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10">
                <a:latin typeface="Calibri"/>
                <a:cs typeface="Calibri"/>
              </a:rPr>
              <a:t>18:00</a:t>
            </a:r>
            <a:endParaRPr sz="45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130427" y="2022728"/>
            <a:ext cx="2841625" cy="7598409"/>
            <a:chOff x="1130427" y="2022728"/>
            <a:chExt cx="2841625" cy="7598409"/>
          </a:xfrm>
        </p:grpSpPr>
        <p:sp>
          <p:nvSpPr>
            <p:cNvPr id="14" name="object 14"/>
            <p:cNvSpPr/>
            <p:nvPr/>
          </p:nvSpPr>
          <p:spPr>
            <a:xfrm>
              <a:off x="1130427" y="2022738"/>
              <a:ext cx="2841625" cy="163830"/>
            </a:xfrm>
            <a:custGeom>
              <a:avLst/>
              <a:gdLst/>
              <a:ahLst/>
              <a:cxnLst/>
              <a:rect l="l" t="t" r="r" b="b"/>
              <a:pathLst>
                <a:path w="2841625" h="163830">
                  <a:moveTo>
                    <a:pt x="838200" y="0"/>
                  </a:moveTo>
                  <a:lnTo>
                    <a:pt x="838200" y="0"/>
                  </a:lnTo>
                  <a:lnTo>
                    <a:pt x="0" y="0"/>
                  </a:lnTo>
                  <a:lnTo>
                    <a:pt x="0" y="79629"/>
                  </a:lnTo>
                  <a:lnTo>
                    <a:pt x="0" y="83820"/>
                  </a:lnTo>
                  <a:lnTo>
                    <a:pt x="0" y="163449"/>
                  </a:lnTo>
                  <a:lnTo>
                    <a:pt x="297548" y="163449"/>
                  </a:lnTo>
                  <a:lnTo>
                    <a:pt x="301752" y="163449"/>
                  </a:lnTo>
                  <a:lnTo>
                    <a:pt x="565785" y="163449"/>
                  </a:lnTo>
                  <a:lnTo>
                    <a:pt x="569976" y="163449"/>
                  </a:lnTo>
                  <a:lnTo>
                    <a:pt x="838200" y="163449"/>
                  </a:lnTo>
                  <a:lnTo>
                    <a:pt x="838200" y="83820"/>
                  </a:lnTo>
                  <a:lnTo>
                    <a:pt x="838200" y="79629"/>
                  </a:lnTo>
                  <a:lnTo>
                    <a:pt x="838200" y="0"/>
                  </a:lnTo>
                  <a:close/>
                </a:path>
                <a:path w="2841625" h="163830">
                  <a:moveTo>
                    <a:pt x="2841498" y="0"/>
                  </a:moveTo>
                  <a:lnTo>
                    <a:pt x="1973961" y="0"/>
                  </a:lnTo>
                  <a:lnTo>
                    <a:pt x="1973961" y="79629"/>
                  </a:lnTo>
                  <a:lnTo>
                    <a:pt x="1973961" y="83820"/>
                  </a:lnTo>
                  <a:lnTo>
                    <a:pt x="1973961" y="163449"/>
                  </a:lnTo>
                  <a:lnTo>
                    <a:pt x="2841498" y="163449"/>
                  </a:lnTo>
                  <a:lnTo>
                    <a:pt x="2841498" y="83820"/>
                  </a:lnTo>
                  <a:lnTo>
                    <a:pt x="2841498" y="79629"/>
                  </a:lnTo>
                  <a:lnTo>
                    <a:pt x="2841498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134605" y="3493779"/>
              <a:ext cx="829944" cy="80010"/>
            </a:xfrm>
            <a:custGeom>
              <a:avLst/>
              <a:gdLst/>
              <a:ahLst/>
              <a:cxnLst/>
              <a:rect l="l" t="t" r="r" b="b"/>
              <a:pathLst>
                <a:path w="829944" h="80010">
                  <a:moveTo>
                    <a:pt x="829818" y="0"/>
                  </a:moveTo>
                  <a:lnTo>
                    <a:pt x="829818" y="0"/>
                  </a:lnTo>
                  <a:lnTo>
                    <a:pt x="0" y="0"/>
                  </a:lnTo>
                  <a:lnTo>
                    <a:pt x="0" y="79629"/>
                  </a:lnTo>
                  <a:lnTo>
                    <a:pt x="829818" y="79629"/>
                  </a:lnTo>
                  <a:lnTo>
                    <a:pt x="829818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130414" y="3493779"/>
              <a:ext cx="2841625" cy="243204"/>
            </a:xfrm>
            <a:custGeom>
              <a:avLst/>
              <a:gdLst/>
              <a:ahLst/>
              <a:cxnLst/>
              <a:rect l="l" t="t" r="r" b="b"/>
              <a:pathLst>
                <a:path w="2841625" h="243204">
                  <a:moveTo>
                    <a:pt x="838212" y="79629"/>
                  </a:moveTo>
                  <a:lnTo>
                    <a:pt x="838212" y="79629"/>
                  </a:lnTo>
                  <a:lnTo>
                    <a:pt x="12" y="79629"/>
                  </a:lnTo>
                  <a:lnTo>
                    <a:pt x="12" y="159258"/>
                  </a:lnTo>
                  <a:lnTo>
                    <a:pt x="0" y="238887"/>
                  </a:lnTo>
                  <a:lnTo>
                    <a:pt x="297561" y="238887"/>
                  </a:lnTo>
                  <a:lnTo>
                    <a:pt x="301752" y="238887"/>
                  </a:lnTo>
                  <a:lnTo>
                    <a:pt x="565785" y="238887"/>
                  </a:lnTo>
                  <a:lnTo>
                    <a:pt x="569976" y="238887"/>
                  </a:lnTo>
                  <a:lnTo>
                    <a:pt x="838200" y="238887"/>
                  </a:lnTo>
                  <a:lnTo>
                    <a:pt x="838200" y="163449"/>
                  </a:lnTo>
                  <a:lnTo>
                    <a:pt x="838212" y="79629"/>
                  </a:lnTo>
                  <a:close/>
                </a:path>
                <a:path w="2841625" h="243204">
                  <a:moveTo>
                    <a:pt x="2841510" y="0"/>
                  </a:moveTo>
                  <a:lnTo>
                    <a:pt x="1973973" y="0"/>
                  </a:lnTo>
                  <a:lnTo>
                    <a:pt x="1973973" y="79629"/>
                  </a:lnTo>
                  <a:lnTo>
                    <a:pt x="1973973" y="83820"/>
                  </a:lnTo>
                  <a:lnTo>
                    <a:pt x="1973973" y="159258"/>
                  </a:lnTo>
                  <a:lnTo>
                    <a:pt x="1973973" y="163449"/>
                  </a:lnTo>
                  <a:lnTo>
                    <a:pt x="1973973" y="243078"/>
                  </a:lnTo>
                  <a:lnTo>
                    <a:pt x="2841510" y="243078"/>
                  </a:lnTo>
                  <a:lnTo>
                    <a:pt x="2841510" y="163449"/>
                  </a:lnTo>
                  <a:lnTo>
                    <a:pt x="2841510" y="159258"/>
                  </a:lnTo>
                  <a:lnTo>
                    <a:pt x="2841510" y="83820"/>
                  </a:lnTo>
                  <a:lnTo>
                    <a:pt x="2841510" y="79629"/>
                  </a:lnTo>
                  <a:lnTo>
                    <a:pt x="2841510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134605" y="3732666"/>
              <a:ext cx="829944" cy="80010"/>
            </a:xfrm>
            <a:custGeom>
              <a:avLst/>
              <a:gdLst/>
              <a:ahLst/>
              <a:cxnLst/>
              <a:rect l="l" t="t" r="r" b="b"/>
              <a:pathLst>
                <a:path w="829944" h="80010">
                  <a:moveTo>
                    <a:pt x="829818" y="0"/>
                  </a:moveTo>
                  <a:lnTo>
                    <a:pt x="829818" y="0"/>
                  </a:lnTo>
                  <a:lnTo>
                    <a:pt x="0" y="0"/>
                  </a:lnTo>
                  <a:lnTo>
                    <a:pt x="0" y="79629"/>
                  </a:lnTo>
                  <a:lnTo>
                    <a:pt x="829818" y="79629"/>
                  </a:lnTo>
                  <a:lnTo>
                    <a:pt x="829818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130427" y="3732666"/>
              <a:ext cx="2841625" cy="323215"/>
            </a:xfrm>
            <a:custGeom>
              <a:avLst/>
              <a:gdLst/>
              <a:ahLst/>
              <a:cxnLst/>
              <a:rect l="l" t="t" r="r" b="b"/>
              <a:pathLst>
                <a:path w="2841625" h="323214">
                  <a:moveTo>
                    <a:pt x="838200" y="79629"/>
                  </a:moveTo>
                  <a:lnTo>
                    <a:pt x="838200" y="79629"/>
                  </a:lnTo>
                  <a:lnTo>
                    <a:pt x="0" y="79629"/>
                  </a:lnTo>
                  <a:lnTo>
                    <a:pt x="0" y="159258"/>
                  </a:lnTo>
                  <a:lnTo>
                    <a:pt x="0" y="163449"/>
                  </a:lnTo>
                  <a:lnTo>
                    <a:pt x="0" y="238887"/>
                  </a:lnTo>
                  <a:lnTo>
                    <a:pt x="0" y="243078"/>
                  </a:lnTo>
                  <a:lnTo>
                    <a:pt x="0" y="322707"/>
                  </a:lnTo>
                  <a:lnTo>
                    <a:pt x="297548" y="322707"/>
                  </a:lnTo>
                  <a:lnTo>
                    <a:pt x="301752" y="322707"/>
                  </a:lnTo>
                  <a:lnTo>
                    <a:pt x="565785" y="322707"/>
                  </a:lnTo>
                  <a:lnTo>
                    <a:pt x="569976" y="322707"/>
                  </a:lnTo>
                  <a:lnTo>
                    <a:pt x="838200" y="322707"/>
                  </a:lnTo>
                  <a:lnTo>
                    <a:pt x="838200" y="243078"/>
                  </a:lnTo>
                  <a:lnTo>
                    <a:pt x="838200" y="238887"/>
                  </a:lnTo>
                  <a:lnTo>
                    <a:pt x="838200" y="163449"/>
                  </a:lnTo>
                  <a:lnTo>
                    <a:pt x="838200" y="159258"/>
                  </a:lnTo>
                  <a:lnTo>
                    <a:pt x="838200" y="79629"/>
                  </a:lnTo>
                  <a:close/>
                </a:path>
                <a:path w="2841625" h="323214">
                  <a:moveTo>
                    <a:pt x="2841498" y="0"/>
                  </a:moveTo>
                  <a:lnTo>
                    <a:pt x="1973961" y="0"/>
                  </a:lnTo>
                  <a:lnTo>
                    <a:pt x="1973961" y="79629"/>
                  </a:lnTo>
                  <a:lnTo>
                    <a:pt x="1973961" y="83820"/>
                  </a:lnTo>
                  <a:lnTo>
                    <a:pt x="1973961" y="322707"/>
                  </a:lnTo>
                  <a:lnTo>
                    <a:pt x="2841498" y="322707"/>
                  </a:lnTo>
                  <a:lnTo>
                    <a:pt x="2841498" y="79629"/>
                  </a:lnTo>
                  <a:lnTo>
                    <a:pt x="2841498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130427" y="4210440"/>
              <a:ext cx="838200" cy="1039494"/>
            </a:xfrm>
            <a:custGeom>
              <a:avLst/>
              <a:gdLst/>
              <a:ahLst/>
              <a:cxnLst/>
              <a:rect l="l" t="t" r="r" b="b"/>
              <a:pathLst>
                <a:path w="838200" h="1039495">
                  <a:moveTo>
                    <a:pt x="838200" y="955548"/>
                  </a:moveTo>
                  <a:lnTo>
                    <a:pt x="838200" y="955548"/>
                  </a:lnTo>
                  <a:lnTo>
                    <a:pt x="0" y="955548"/>
                  </a:lnTo>
                  <a:lnTo>
                    <a:pt x="0" y="1039368"/>
                  </a:lnTo>
                  <a:lnTo>
                    <a:pt x="838200" y="1039368"/>
                  </a:lnTo>
                  <a:lnTo>
                    <a:pt x="838200" y="955548"/>
                  </a:lnTo>
                  <a:close/>
                </a:path>
                <a:path w="838200" h="1039495">
                  <a:moveTo>
                    <a:pt x="838200" y="716661"/>
                  </a:moveTo>
                  <a:lnTo>
                    <a:pt x="838200" y="716661"/>
                  </a:lnTo>
                  <a:lnTo>
                    <a:pt x="0" y="716661"/>
                  </a:lnTo>
                  <a:lnTo>
                    <a:pt x="0" y="800481"/>
                  </a:lnTo>
                  <a:lnTo>
                    <a:pt x="838200" y="800481"/>
                  </a:lnTo>
                  <a:lnTo>
                    <a:pt x="838200" y="716661"/>
                  </a:lnTo>
                  <a:close/>
                </a:path>
                <a:path w="838200" h="1039495">
                  <a:moveTo>
                    <a:pt x="838200" y="477774"/>
                  </a:moveTo>
                  <a:lnTo>
                    <a:pt x="838200" y="477774"/>
                  </a:lnTo>
                  <a:lnTo>
                    <a:pt x="0" y="477774"/>
                  </a:lnTo>
                  <a:lnTo>
                    <a:pt x="0" y="561594"/>
                  </a:lnTo>
                  <a:lnTo>
                    <a:pt x="838200" y="561594"/>
                  </a:lnTo>
                  <a:lnTo>
                    <a:pt x="838200" y="477774"/>
                  </a:lnTo>
                  <a:close/>
                </a:path>
                <a:path w="838200" h="1039495">
                  <a:moveTo>
                    <a:pt x="838200" y="238887"/>
                  </a:moveTo>
                  <a:lnTo>
                    <a:pt x="838200" y="238887"/>
                  </a:lnTo>
                  <a:lnTo>
                    <a:pt x="0" y="238887"/>
                  </a:lnTo>
                  <a:lnTo>
                    <a:pt x="0" y="322707"/>
                  </a:lnTo>
                  <a:lnTo>
                    <a:pt x="838200" y="322707"/>
                  </a:lnTo>
                  <a:lnTo>
                    <a:pt x="838200" y="238887"/>
                  </a:lnTo>
                  <a:close/>
                </a:path>
                <a:path w="838200" h="1039495">
                  <a:moveTo>
                    <a:pt x="838200" y="0"/>
                  </a:moveTo>
                  <a:lnTo>
                    <a:pt x="838200" y="0"/>
                  </a:lnTo>
                  <a:lnTo>
                    <a:pt x="0" y="0"/>
                  </a:lnTo>
                  <a:lnTo>
                    <a:pt x="0" y="83820"/>
                  </a:lnTo>
                  <a:lnTo>
                    <a:pt x="838200" y="83820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130427" y="5325246"/>
              <a:ext cx="2841625" cy="641350"/>
            </a:xfrm>
            <a:custGeom>
              <a:avLst/>
              <a:gdLst/>
              <a:ahLst/>
              <a:cxnLst/>
              <a:rect l="l" t="t" r="r" b="b"/>
              <a:pathLst>
                <a:path w="2841625" h="641350">
                  <a:moveTo>
                    <a:pt x="838200" y="0"/>
                  </a:moveTo>
                  <a:lnTo>
                    <a:pt x="838200" y="0"/>
                  </a:lnTo>
                  <a:lnTo>
                    <a:pt x="0" y="0"/>
                  </a:lnTo>
                  <a:lnTo>
                    <a:pt x="0" y="79629"/>
                  </a:lnTo>
                  <a:lnTo>
                    <a:pt x="0" y="641223"/>
                  </a:lnTo>
                  <a:lnTo>
                    <a:pt x="297548" y="641223"/>
                  </a:lnTo>
                  <a:lnTo>
                    <a:pt x="301752" y="641223"/>
                  </a:lnTo>
                  <a:lnTo>
                    <a:pt x="565785" y="641223"/>
                  </a:lnTo>
                  <a:lnTo>
                    <a:pt x="569976" y="641223"/>
                  </a:lnTo>
                  <a:lnTo>
                    <a:pt x="838200" y="641223"/>
                  </a:lnTo>
                  <a:lnTo>
                    <a:pt x="838200" y="561594"/>
                  </a:lnTo>
                  <a:lnTo>
                    <a:pt x="838200" y="79629"/>
                  </a:lnTo>
                  <a:lnTo>
                    <a:pt x="838200" y="0"/>
                  </a:lnTo>
                  <a:close/>
                </a:path>
                <a:path w="2841625" h="641350">
                  <a:moveTo>
                    <a:pt x="2841498" y="0"/>
                  </a:moveTo>
                  <a:lnTo>
                    <a:pt x="1973961" y="0"/>
                  </a:lnTo>
                  <a:lnTo>
                    <a:pt x="1973961" y="79629"/>
                  </a:lnTo>
                  <a:lnTo>
                    <a:pt x="1973961" y="83820"/>
                  </a:lnTo>
                  <a:lnTo>
                    <a:pt x="1973961" y="641223"/>
                  </a:lnTo>
                  <a:lnTo>
                    <a:pt x="2841498" y="641223"/>
                  </a:lnTo>
                  <a:lnTo>
                    <a:pt x="2841498" y="79629"/>
                  </a:lnTo>
                  <a:lnTo>
                    <a:pt x="2841498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130427" y="6519681"/>
              <a:ext cx="838200" cy="561975"/>
            </a:xfrm>
            <a:custGeom>
              <a:avLst/>
              <a:gdLst/>
              <a:ahLst/>
              <a:cxnLst/>
              <a:rect l="l" t="t" r="r" b="b"/>
              <a:pathLst>
                <a:path w="838200" h="561975">
                  <a:moveTo>
                    <a:pt x="838200" y="477774"/>
                  </a:moveTo>
                  <a:lnTo>
                    <a:pt x="838200" y="477774"/>
                  </a:lnTo>
                  <a:lnTo>
                    <a:pt x="0" y="477774"/>
                  </a:lnTo>
                  <a:lnTo>
                    <a:pt x="0" y="561594"/>
                  </a:lnTo>
                  <a:lnTo>
                    <a:pt x="838200" y="561594"/>
                  </a:lnTo>
                  <a:lnTo>
                    <a:pt x="838200" y="477774"/>
                  </a:lnTo>
                  <a:close/>
                </a:path>
                <a:path w="838200" h="561975">
                  <a:moveTo>
                    <a:pt x="838200" y="238887"/>
                  </a:moveTo>
                  <a:lnTo>
                    <a:pt x="838200" y="238887"/>
                  </a:lnTo>
                  <a:lnTo>
                    <a:pt x="0" y="238887"/>
                  </a:lnTo>
                  <a:lnTo>
                    <a:pt x="0" y="322707"/>
                  </a:lnTo>
                  <a:lnTo>
                    <a:pt x="838200" y="322707"/>
                  </a:lnTo>
                  <a:lnTo>
                    <a:pt x="838200" y="238887"/>
                  </a:lnTo>
                  <a:close/>
                </a:path>
                <a:path w="838200" h="561975">
                  <a:moveTo>
                    <a:pt x="838200" y="0"/>
                  </a:moveTo>
                  <a:lnTo>
                    <a:pt x="838200" y="0"/>
                  </a:lnTo>
                  <a:lnTo>
                    <a:pt x="0" y="0"/>
                  </a:lnTo>
                  <a:lnTo>
                    <a:pt x="0" y="83820"/>
                  </a:lnTo>
                  <a:lnTo>
                    <a:pt x="838200" y="83820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130427" y="7236342"/>
              <a:ext cx="2841625" cy="561975"/>
            </a:xfrm>
            <a:custGeom>
              <a:avLst/>
              <a:gdLst/>
              <a:ahLst/>
              <a:cxnLst/>
              <a:rect l="l" t="t" r="r" b="b"/>
              <a:pathLst>
                <a:path w="2841625" h="561975">
                  <a:moveTo>
                    <a:pt x="838200" y="0"/>
                  </a:moveTo>
                  <a:lnTo>
                    <a:pt x="838200" y="0"/>
                  </a:lnTo>
                  <a:lnTo>
                    <a:pt x="0" y="0"/>
                  </a:lnTo>
                  <a:lnTo>
                    <a:pt x="0" y="79629"/>
                  </a:lnTo>
                  <a:lnTo>
                    <a:pt x="0" y="561594"/>
                  </a:lnTo>
                  <a:lnTo>
                    <a:pt x="297548" y="561594"/>
                  </a:lnTo>
                  <a:lnTo>
                    <a:pt x="301752" y="561594"/>
                  </a:lnTo>
                  <a:lnTo>
                    <a:pt x="565785" y="561594"/>
                  </a:lnTo>
                  <a:lnTo>
                    <a:pt x="569976" y="561594"/>
                  </a:lnTo>
                  <a:lnTo>
                    <a:pt x="838200" y="561594"/>
                  </a:lnTo>
                  <a:lnTo>
                    <a:pt x="838200" y="481965"/>
                  </a:lnTo>
                  <a:lnTo>
                    <a:pt x="838200" y="79629"/>
                  </a:lnTo>
                  <a:lnTo>
                    <a:pt x="838200" y="0"/>
                  </a:lnTo>
                  <a:close/>
                </a:path>
                <a:path w="2841625" h="561975">
                  <a:moveTo>
                    <a:pt x="2841498" y="0"/>
                  </a:moveTo>
                  <a:lnTo>
                    <a:pt x="1973961" y="0"/>
                  </a:lnTo>
                  <a:lnTo>
                    <a:pt x="1973961" y="79629"/>
                  </a:lnTo>
                  <a:lnTo>
                    <a:pt x="1973961" y="83820"/>
                  </a:lnTo>
                  <a:lnTo>
                    <a:pt x="1973961" y="561594"/>
                  </a:lnTo>
                  <a:lnTo>
                    <a:pt x="2841498" y="561594"/>
                  </a:lnTo>
                  <a:lnTo>
                    <a:pt x="2841498" y="79629"/>
                  </a:lnTo>
                  <a:lnTo>
                    <a:pt x="2841498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130427" y="7948812"/>
              <a:ext cx="838200" cy="1190625"/>
            </a:xfrm>
            <a:custGeom>
              <a:avLst/>
              <a:gdLst/>
              <a:ahLst/>
              <a:cxnLst/>
              <a:rect l="l" t="t" r="r" b="b"/>
              <a:pathLst>
                <a:path w="838200" h="1190625">
                  <a:moveTo>
                    <a:pt x="833996" y="1114806"/>
                  </a:moveTo>
                  <a:lnTo>
                    <a:pt x="833996" y="1114806"/>
                  </a:lnTo>
                  <a:lnTo>
                    <a:pt x="4178" y="1114806"/>
                  </a:lnTo>
                  <a:lnTo>
                    <a:pt x="4178" y="1190244"/>
                  </a:lnTo>
                  <a:lnTo>
                    <a:pt x="833996" y="1190244"/>
                  </a:lnTo>
                  <a:lnTo>
                    <a:pt x="833996" y="1114806"/>
                  </a:lnTo>
                  <a:close/>
                </a:path>
                <a:path w="838200" h="1190625">
                  <a:moveTo>
                    <a:pt x="838200" y="955548"/>
                  </a:moveTo>
                  <a:lnTo>
                    <a:pt x="838200" y="955548"/>
                  </a:lnTo>
                  <a:lnTo>
                    <a:pt x="0" y="955548"/>
                  </a:lnTo>
                  <a:lnTo>
                    <a:pt x="0" y="1039368"/>
                  </a:lnTo>
                  <a:lnTo>
                    <a:pt x="838200" y="1039368"/>
                  </a:lnTo>
                  <a:lnTo>
                    <a:pt x="838200" y="955548"/>
                  </a:lnTo>
                  <a:close/>
                </a:path>
                <a:path w="838200" h="1190625">
                  <a:moveTo>
                    <a:pt x="838200" y="716661"/>
                  </a:moveTo>
                  <a:lnTo>
                    <a:pt x="838200" y="716661"/>
                  </a:lnTo>
                  <a:lnTo>
                    <a:pt x="0" y="716661"/>
                  </a:lnTo>
                  <a:lnTo>
                    <a:pt x="0" y="800481"/>
                  </a:lnTo>
                  <a:lnTo>
                    <a:pt x="838200" y="800481"/>
                  </a:lnTo>
                  <a:lnTo>
                    <a:pt x="838200" y="716661"/>
                  </a:lnTo>
                  <a:close/>
                </a:path>
                <a:path w="838200" h="1190625">
                  <a:moveTo>
                    <a:pt x="838200" y="477774"/>
                  </a:moveTo>
                  <a:lnTo>
                    <a:pt x="838200" y="477774"/>
                  </a:lnTo>
                  <a:lnTo>
                    <a:pt x="0" y="477774"/>
                  </a:lnTo>
                  <a:lnTo>
                    <a:pt x="0" y="561594"/>
                  </a:lnTo>
                  <a:lnTo>
                    <a:pt x="838200" y="561594"/>
                  </a:lnTo>
                  <a:lnTo>
                    <a:pt x="838200" y="477774"/>
                  </a:lnTo>
                  <a:close/>
                </a:path>
                <a:path w="838200" h="1190625">
                  <a:moveTo>
                    <a:pt x="838200" y="238887"/>
                  </a:moveTo>
                  <a:lnTo>
                    <a:pt x="838200" y="238887"/>
                  </a:lnTo>
                  <a:lnTo>
                    <a:pt x="0" y="238887"/>
                  </a:lnTo>
                  <a:lnTo>
                    <a:pt x="0" y="322707"/>
                  </a:lnTo>
                  <a:lnTo>
                    <a:pt x="838200" y="322707"/>
                  </a:lnTo>
                  <a:lnTo>
                    <a:pt x="838200" y="238887"/>
                  </a:lnTo>
                  <a:close/>
                </a:path>
                <a:path w="838200" h="1190625">
                  <a:moveTo>
                    <a:pt x="838200" y="0"/>
                  </a:moveTo>
                  <a:lnTo>
                    <a:pt x="838200" y="0"/>
                  </a:lnTo>
                  <a:lnTo>
                    <a:pt x="0" y="0"/>
                  </a:lnTo>
                  <a:lnTo>
                    <a:pt x="0" y="83820"/>
                  </a:lnTo>
                  <a:lnTo>
                    <a:pt x="838200" y="83820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130414" y="9063618"/>
              <a:ext cx="2841625" cy="239395"/>
            </a:xfrm>
            <a:custGeom>
              <a:avLst/>
              <a:gdLst/>
              <a:ahLst/>
              <a:cxnLst/>
              <a:rect l="l" t="t" r="r" b="b"/>
              <a:pathLst>
                <a:path w="2841625" h="239395">
                  <a:moveTo>
                    <a:pt x="838212" y="75438"/>
                  </a:moveTo>
                  <a:lnTo>
                    <a:pt x="838212" y="75438"/>
                  </a:lnTo>
                  <a:lnTo>
                    <a:pt x="12" y="75438"/>
                  </a:lnTo>
                  <a:lnTo>
                    <a:pt x="12" y="155067"/>
                  </a:lnTo>
                  <a:lnTo>
                    <a:pt x="0" y="234696"/>
                  </a:lnTo>
                  <a:lnTo>
                    <a:pt x="297561" y="234696"/>
                  </a:lnTo>
                  <a:lnTo>
                    <a:pt x="301752" y="234696"/>
                  </a:lnTo>
                  <a:lnTo>
                    <a:pt x="565785" y="234696"/>
                  </a:lnTo>
                  <a:lnTo>
                    <a:pt x="569976" y="234696"/>
                  </a:lnTo>
                  <a:lnTo>
                    <a:pt x="838200" y="234696"/>
                  </a:lnTo>
                  <a:lnTo>
                    <a:pt x="838200" y="159258"/>
                  </a:lnTo>
                  <a:lnTo>
                    <a:pt x="838212" y="75438"/>
                  </a:lnTo>
                  <a:close/>
                </a:path>
                <a:path w="2841625" h="239395">
                  <a:moveTo>
                    <a:pt x="2841510" y="0"/>
                  </a:moveTo>
                  <a:lnTo>
                    <a:pt x="1973973" y="0"/>
                  </a:lnTo>
                  <a:lnTo>
                    <a:pt x="1973973" y="75438"/>
                  </a:lnTo>
                  <a:lnTo>
                    <a:pt x="1973973" y="79629"/>
                  </a:lnTo>
                  <a:lnTo>
                    <a:pt x="1973973" y="155067"/>
                  </a:lnTo>
                  <a:lnTo>
                    <a:pt x="1973973" y="159258"/>
                  </a:lnTo>
                  <a:lnTo>
                    <a:pt x="1973973" y="238887"/>
                  </a:lnTo>
                  <a:lnTo>
                    <a:pt x="2841510" y="238887"/>
                  </a:lnTo>
                  <a:lnTo>
                    <a:pt x="2841510" y="159258"/>
                  </a:lnTo>
                  <a:lnTo>
                    <a:pt x="2841510" y="155067"/>
                  </a:lnTo>
                  <a:lnTo>
                    <a:pt x="2841510" y="79629"/>
                  </a:lnTo>
                  <a:lnTo>
                    <a:pt x="2841510" y="75438"/>
                  </a:lnTo>
                  <a:lnTo>
                    <a:pt x="2841510" y="0"/>
                  </a:lnTo>
                  <a:close/>
                </a:path>
              </a:pathLst>
            </a:custGeom>
            <a:solidFill>
              <a:srgbClr val="D0CD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134605" y="9298314"/>
              <a:ext cx="829944" cy="80010"/>
            </a:xfrm>
            <a:custGeom>
              <a:avLst/>
              <a:gdLst/>
              <a:ahLst/>
              <a:cxnLst/>
              <a:rect l="l" t="t" r="r" b="b"/>
              <a:pathLst>
                <a:path w="829944" h="80009">
                  <a:moveTo>
                    <a:pt x="829818" y="0"/>
                  </a:moveTo>
                  <a:lnTo>
                    <a:pt x="829818" y="0"/>
                  </a:lnTo>
                  <a:lnTo>
                    <a:pt x="0" y="0"/>
                  </a:lnTo>
                  <a:lnTo>
                    <a:pt x="0" y="79629"/>
                  </a:lnTo>
                  <a:lnTo>
                    <a:pt x="829818" y="79629"/>
                  </a:lnTo>
                  <a:lnTo>
                    <a:pt x="829818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130427" y="9298314"/>
              <a:ext cx="2841625" cy="323215"/>
            </a:xfrm>
            <a:custGeom>
              <a:avLst/>
              <a:gdLst/>
              <a:ahLst/>
              <a:cxnLst/>
              <a:rect l="l" t="t" r="r" b="b"/>
              <a:pathLst>
                <a:path w="2841625" h="323215">
                  <a:moveTo>
                    <a:pt x="838200" y="79629"/>
                  </a:moveTo>
                  <a:lnTo>
                    <a:pt x="838200" y="79629"/>
                  </a:lnTo>
                  <a:lnTo>
                    <a:pt x="0" y="79629"/>
                  </a:lnTo>
                  <a:lnTo>
                    <a:pt x="0" y="159258"/>
                  </a:lnTo>
                  <a:lnTo>
                    <a:pt x="0" y="163449"/>
                  </a:lnTo>
                  <a:lnTo>
                    <a:pt x="0" y="238887"/>
                  </a:lnTo>
                  <a:lnTo>
                    <a:pt x="0" y="243078"/>
                  </a:lnTo>
                  <a:lnTo>
                    <a:pt x="0" y="322707"/>
                  </a:lnTo>
                  <a:lnTo>
                    <a:pt x="297548" y="322707"/>
                  </a:lnTo>
                  <a:lnTo>
                    <a:pt x="301752" y="322707"/>
                  </a:lnTo>
                  <a:lnTo>
                    <a:pt x="565785" y="322707"/>
                  </a:lnTo>
                  <a:lnTo>
                    <a:pt x="569976" y="322707"/>
                  </a:lnTo>
                  <a:lnTo>
                    <a:pt x="838200" y="322707"/>
                  </a:lnTo>
                  <a:lnTo>
                    <a:pt x="838200" y="243078"/>
                  </a:lnTo>
                  <a:lnTo>
                    <a:pt x="838200" y="238887"/>
                  </a:lnTo>
                  <a:lnTo>
                    <a:pt x="838200" y="163449"/>
                  </a:lnTo>
                  <a:lnTo>
                    <a:pt x="838200" y="159258"/>
                  </a:lnTo>
                  <a:lnTo>
                    <a:pt x="838200" y="79629"/>
                  </a:lnTo>
                  <a:close/>
                </a:path>
                <a:path w="2841625" h="323215">
                  <a:moveTo>
                    <a:pt x="2841498" y="0"/>
                  </a:moveTo>
                  <a:lnTo>
                    <a:pt x="1973961" y="0"/>
                  </a:lnTo>
                  <a:lnTo>
                    <a:pt x="1973961" y="79629"/>
                  </a:lnTo>
                  <a:lnTo>
                    <a:pt x="1973961" y="83820"/>
                  </a:lnTo>
                  <a:lnTo>
                    <a:pt x="1973961" y="322707"/>
                  </a:lnTo>
                  <a:lnTo>
                    <a:pt x="2841498" y="322707"/>
                  </a:lnTo>
                  <a:lnTo>
                    <a:pt x="2841498" y="79629"/>
                  </a:lnTo>
                  <a:lnTo>
                    <a:pt x="2841498" y="0"/>
                  </a:lnTo>
                  <a:close/>
                </a:path>
              </a:pathLst>
            </a:custGeom>
            <a:solidFill>
              <a:srgbClr val="D0CDC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1204899" y="2005558"/>
            <a:ext cx="679450" cy="777875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  <a:tabLst>
                <a:tab pos="293370" algn="l"/>
              </a:tabLst>
            </a:pPr>
            <a:r>
              <a:rPr dirty="0" sz="450" spc="-10">
                <a:latin typeface="Calibri"/>
                <a:cs typeface="Calibri"/>
              </a:rPr>
              <a:t>14:00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10">
                <a:latin typeface="Calibri"/>
                <a:cs typeface="Calibri"/>
              </a:rPr>
              <a:t>22:00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  <a:tabLst>
                <a:tab pos="309880" algn="l"/>
              </a:tabLst>
            </a:pPr>
            <a:r>
              <a:rPr dirty="0" sz="450" spc="-10">
                <a:latin typeface="Calibri"/>
                <a:cs typeface="Calibri"/>
              </a:rPr>
              <a:t>22:00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20">
                <a:latin typeface="Calibri"/>
                <a:cs typeface="Calibri"/>
              </a:rPr>
              <a:t>6:00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93370" algn="l"/>
              </a:tabLst>
            </a:pPr>
            <a:r>
              <a:rPr dirty="0" sz="450" spc="-10">
                <a:latin typeface="Calibri"/>
                <a:cs typeface="Calibri"/>
              </a:rPr>
              <a:t>07.00</a:t>
            </a:r>
            <a:r>
              <a:rPr dirty="0" sz="450">
                <a:latin typeface="Calibri"/>
                <a:cs typeface="Calibri"/>
              </a:rPr>
              <a:t>	15:00</a:t>
            </a:r>
            <a:r>
              <a:rPr dirty="0" sz="450" spc="204">
                <a:latin typeface="Calibri"/>
                <a:cs typeface="Calibri"/>
              </a:rPr>
              <a:t>  </a:t>
            </a:r>
            <a:r>
              <a:rPr dirty="0" sz="450" spc="-25">
                <a:latin typeface="Calibri"/>
                <a:cs typeface="Calibri"/>
              </a:rPr>
              <a:t>uw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  <a:tabLst>
                <a:tab pos="293370" algn="l"/>
              </a:tabLst>
            </a:pPr>
            <a:r>
              <a:rPr dirty="0" sz="450" spc="-10">
                <a:latin typeface="Calibri"/>
                <a:cs typeface="Calibri"/>
              </a:rPr>
              <a:t>10:00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10">
                <a:latin typeface="Calibri"/>
                <a:cs typeface="Calibri"/>
              </a:rPr>
              <a:t>18:00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  <a:tabLst>
                <a:tab pos="293370" algn="l"/>
              </a:tabLst>
            </a:pPr>
            <a:r>
              <a:rPr dirty="0" sz="450" spc="-10">
                <a:latin typeface="Calibri"/>
                <a:cs typeface="Calibri"/>
              </a:rPr>
              <a:t>14:00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10">
                <a:latin typeface="Calibri"/>
                <a:cs typeface="Calibri"/>
              </a:rPr>
              <a:t>22:00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09880" algn="l"/>
              </a:tabLst>
            </a:pPr>
            <a:r>
              <a:rPr dirty="0" sz="450" spc="-10">
                <a:latin typeface="Calibri"/>
                <a:cs typeface="Calibri"/>
              </a:rPr>
              <a:t>22:00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20">
                <a:latin typeface="Calibri"/>
                <a:cs typeface="Calibri"/>
              </a:rPr>
              <a:t>6:00</a:t>
            </a:r>
            <a:endParaRPr sz="450">
              <a:latin typeface="Calibri"/>
              <a:cs typeface="Calibri"/>
            </a:endParaRPr>
          </a:p>
          <a:p>
            <a:pPr marL="24765">
              <a:lnSpc>
                <a:spcPct val="100000"/>
              </a:lnSpc>
              <a:spcBef>
                <a:spcPts val="120"/>
              </a:spcBef>
              <a:tabLst>
                <a:tab pos="293370" algn="l"/>
              </a:tabLst>
            </a:pPr>
            <a:r>
              <a:rPr dirty="0" sz="450" spc="-20">
                <a:latin typeface="Calibri"/>
                <a:cs typeface="Calibri"/>
              </a:rPr>
              <a:t>8:00</a:t>
            </a:r>
            <a:r>
              <a:rPr dirty="0" sz="450">
                <a:latin typeface="Calibri"/>
                <a:cs typeface="Calibri"/>
              </a:rPr>
              <a:t>	16:00</a:t>
            </a:r>
            <a:r>
              <a:rPr dirty="0" sz="450" spc="204">
                <a:latin typeface="Calibri"/>
                <a:cs typeface="Calibri"/>
              </a:rPr>
              <a:t>  </a:t>
            </a:r>
            <a:r>
              <a:rPr dirty="0" sz="450" spc="-25">
                <a:latin typeface="Calibri"/>
                <a:cs typeface="Calibri"/>
              </a:rPr>
              <a:t>uw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93370" algn="l"/>
              </a:tabLst>
            </a:pPr>
            <a:r>
              <a:rPr dirty="0" sz="450" spc="-10">
                <a:latin typeface="Calibri"/>
                <a:cs typeface="Calibri"/>
              </a:rPr>
              <a:t>15:00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10">
                <a:latin typeface="Calibri"/>
                <a:cs typeface="Calibri"/>
              </a:rPr>
              <a:t>23:00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09880" algn="l"/>
              </a:tabLst>
            </a:pPr>
            <a:r>
              <a:rPr dirty="0" sz="450" spc="-10">
                <a:latin typeface="Calibri"/>
                <a:cs typeface="Calibri"/>
              </a:rPr>
              <a:t>22:00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20">
                <a:latin typeface="Calibri"/>
                <a:cs typeface="Calibri"/>
              </a:rPr>
              <a:t>6:00</a:t>
            </a:r>
            <a:endParaRPr sz="450">
              <a:latin typeface="Calibri"/>
              <a:cs typeface="Calibri"/>
            </a:endParaRPr>
          </a:p>
          <a:p>
            <a:pPr marL="24765">
              <a:lnSpc>
                <a:spcPct val="100000"/>
              </a:lnSpc>
              <a:spcBef>
                <a:spcPts val="120"/>
              </a:spcBef>
              <a:tabLst>
                <a:tab pos="293370" algn="l"/>
              </a:tabLst>
            </a:pPr>
            <a:r>
              <a:rPr dirty="0" sz="450" spc="-20">
                <a:latin typeface="Calibri"/>
                <a:cs typeface="Calibri"/>
              </a:rPr>
              <a:t>8:00</a:t>
            </a:r>
            <a:r>
              <a:rPr dirty="0" sz="450">
                <a:latin typeface="Calibri"/>
                <a:cs typeface="Calibri"/>
              </a:rPr>
              <a:t>	16:00</a:t>
            </a:r>
            <a:r>
              <a:rPr dirty="0" sz="450" spc="204">
                <a:latin typeface="Calibri"/>
                <a:cs typeface="Calibri"/>
              </a:rPr>
              <a:t>  </a:t>
            </a:r>
            <a:r>
              <a:rPr dirty="0" sz="450" spc="-50">
                <a:latin typeface="Calibri"/>
                <a:cs typeface="Calibri"/>
              </a:rPr>
              <a:t>W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93370" algn="l"/>
              </a:tabLst>
            </a:pPr>
            <a:r>
              <a:rPr dirty="0" sz="450" spc="-10">
                <a:latin typeface="Calibri"/>
                <a:cs typeface="Calibri"/>
              </a:rPr>
              <a:t>15:00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10">
                <a:latin typeface="Calibri"/>
                <a:cs typeface="Calibri"/>
              </a:rPr>
              <a:t>23:00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09880" algn="l"/>
              </a:tabLst>
            </a:pPr>
            <a:r>
              <a:rPr dirty="0" sz="450" spc="-10">
                <a:latin typeface="Calibri"/>
                <a:cs typeface="Calibri"/>
              </a:rPr>
              <a:t>22:00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20">
                <a:latin typeface="Calibri"/>
                <a:cs typeface="Calibri"/>
              </a:rPr>
              <a:t>6:00</a:t>
            </a:r>
            <a:endParaRPr sz="450">
              <a:latin typeface="Calibri"/>
              <a:cs typeface="Calibri"/>
            </a:endParaRPr>
          </a:p>
          <a:p>
            <a:pPr marL="24765">
              <a:lnSpc>
                <a:spcPct val="100000"/>
              </a:lnSpc>
              <a:spcBef>
                <a:spcPts val="85"/>
              </a:spcBef>
              <a:tabLst>
                <a:tab pos="293370" algn="l"/>
              </a:tabLst>
            </a:pPr>
            <a:r>
              <a:rPr dirty="0" sz="450" spc="-20">
                <a:latin typeface="Calibri"/>
                <a:cs typeface="Calibri"/>
              </a:rPr>
              <a:t>8:00</a:t>
            </a:r>
            <a:r>
              <a:rPr dirty="0" sz="450">
                <a:latin typeface="Calibri"/>
                <a:cs typeface="Calibri"/>
              </a:rPr>
              <a:t>	16:00</a:t>
            </a:r>
            <a:r>
              <a:rPr dirty="0" sz="450" spc="204">
                <a:latin typeface="Calibri"/>
                <a:cs typeface="Calibri"/>
              </a:rPr>
              <a:t>  </a:t>
            </a:r>
            <a:r>
              <a:rPr dirty="0" sz="450" spc="-50">
                <a:latin typeface="Calibri"/>
                <a:cs typeface="Calibri"/>
              </a:rPr>
              <a:t>W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93370" algn="l"/>
              </a:tabLst>
            </a:pPr>
            <a:r>
              <a:rPr dirty="0" sz="450" spc="-10">
                <a:latin typeface="Calibri"/>
                <a:cs typeface="Calibri"/>
              </a:rPr>
              <a:t>15:00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10">
                <a:latin typeface="Calibri"/>
                <a:cs typeface="Calibri"/>
              </a:rPr>
              <a:t>23:00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  <a:tabLst>
                <a:tab pos="309880" algn="l"/>
              </a:tabLst>
            </a:pPr>
            <a:r>
              <a:rPr dirty="0" sz="450" spc="-10">
                <a:latin typeface="Calibri"/>
                <a:cs typeface="Calibri"/>
              </a:rPr>
              <a:t>22:00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20">
                <a:latin typeface="Calibri"/>
                <a:cs typeface="Calibri"/>
              </a:rPr>
              <a:t>6:00</a:t>
            </a:r>
            <a:endParaRPr sz="450">
              <a:latin typeface="Calibri"/>
              <a:cs typeface="Calibri"/>
            </a:endParaRPr>
          </a:p>
          <a:p>
            <a:pPr marL="24765">
              <a:lnSpc>
                <a:spcPct val="100000"/>
              </a:lnSpc>
              <a:spcBef>
                <a:spcPts val="120"/>
              </a:spcBef>
              <a:tabLst>
                <a:tab pos="293370" algn="l"/>
              </a:tabLst>
            </a:pPr>
            <a:r>
              <a:rPr dirty="0" sz="450" spc="-20">
                <a:latin typeface="Calibri"/>
                <a:cs typeface="Calibri"/>
              </a:rPr>
              <a:t>8:00</a:t>
            </a:r>
            <a:r>
              <a:rPr dirty="0" sz="450">
                <a:latin typeface="Calibri"/>
                <a:cs typeface="Calibri"/>
              </a:rPr>
              <a:t>	16:00</a:t>
            </a:r>
            <a:r>
              <a:rPr dirty="0" sz="450" spc="204">
                <a:latin typeface="Calibri"/>
                <a:cs typeface="Calibri"/>
              </a:rPr>
              <a:t>  </a:t>
            </a:r>
            <a:r>
              <a:rPr dirty="0" sz="450" spc="-10">
                <a:latin typeface="Calibri"/>
                <a:cs typeface="Calibri"/>
              </a:rPr>
              <a:t>BIURO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93370" algn="l"/>
              </a:tabLst>
            </a:pPr>
            <a:r>
              <a:rPr dirty="0" sz="450" spc="-10">
                <a:latin typeface="Calibri"/>
                <a:cs typeface="Calibri"/>
              </a:rPr>
              <a:t>15:00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10">
                <a:latin typeface="Calibri"/>
                <a:cs typeface="Calibri"/>
              </a:rPr>
              <a:t>23:00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09880" algn="l"/>
              </a:tabLst>
            </a:pPr>
            <a:r>
              <a:rPr dirty="0" sz="450" spc="-10">
                <a:latin typeface="Calibri"/>
                <a:cs typeface="Calibri"/>
              </a:rPr>
              <a:t>22:00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20">
                <a:latin typeface="Calibri"/>
                <a:cs typeface="Calibri"/>
              </a:rPr>
              <a:t>6:00</a:t>
            </a:r>
            <a:endParaRPr sz="450">
              <a:latin typeface="Calibri"/>
              <a:cs typeface="Calibri"/>
            </a:endParaRPr>
          </a:p>
          <a:p>
            <a:pPr marL="24765">
              <a:lnSpc>
                <a:spcPct val="100000"/>
              </a:lnSpc>
              <a:spcBef>
                <a:spcPts val="85"/>
              </a:spcBef>
              <a:tabLst>
                <a:tab pos="293370" algn="l"/>
              </a:tabLst>
            </a:pPr>
            <a:r>
              <a:rPr dirty="0" sz="450" spc="-20">
                <a:latin typeface="Calibri"/>
                <a:cs typeface="Calibri"/>
              </a:rPr>
              <a:t>8:00</a:t>
            </a:r>
            <a:r>
              <a:rPr dirty="0" sz="450">
                <a:latin typeface="Calibri"/>
                <a:cs typeface="Calibri"/>
              </a:rPr>
              <a:t>	16:00</a:t>
            </a:r>
            <a:r>
              <a:rPr dirty="0" sz="450" spc="204">
                <a:latin typeface="Calibri"/>
                <a:cs typeface="Calibri"/>
              </a:rPr>
              <a:t>  </a:t>
            </a:r>
            <a:r>
              <a:rPr dirty="0" sz="450" spc="-50">
                <a:latin typeface="Calibri"/>
                <a:cs typeface="Calibri"/>
              </a:rPr>
              <a:t>X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93370" algn="l"/>
              </a:tabLst>
            </a:pPr>
            <a:r>
              <a:rPr dirty="0" sz="450" spc="-10">
                <a:latin typeface="Calibri"/>
                <a:cs typeface="Calibri"/>
              </a:rPr>
              <a:t>15:00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10">
                <a:latin typeface="Calibri"/>
                <a:cs typeface="Calibri"/>
              </a:rPr>
              <a:t>23:00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  <a:tabLst>
                <a:tab pos="309880" algn="l"/>
              </a:tabLst>
            </a:pPr>
            <a:r>
              <a:rPr dirty="0" sz="450" spc="-10">
                <a:latin typeface="Calibri"/>
                <a:cs typeface="Calibri"/>
              </a:rPr>
              <a:t>22:00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20">
                <a:latin typeface="Calibri"/>
                <a:cs typeface="Calibri"/>
              </a:rPr>
              <a:t>6:00</a:t>
            </a:r>
            <a:endParaRPr sz="450">
              <a:latin typeface="Calibri"/>
              <a:cs typeface="Calibri"/>
            </a:endParaRPr>
          </a:p>
          <a:p>
            <a:pPr marL="24765">
              <a:lnSpc>
                <a:spcPct val="100000"/>
              </a:lnSpc>
              <a:spcBef>
                <a:spcPts val="90"/>
              </a:spcBef>
              <a:tabLst>
                <a:tab pos="293370" algn="l"/>
              </a:tabLst>
            </a:pPr>
            <a:r>
              <a:rPr dirty="0" sz="450" spc="-20">
                <a:latin typeface="Calibri"/>
                <a:cs typeface="Calibri"/>
              </a:rPr>
              <a:t>8:00</a:t>
            </a:r>
            <a:r>
              <a:rPr dirty="0" sz="450">
                <a:latin typeface="Calibri"/>
                <a:cs typeface="Calibri"/>
              </a:rPr>
              <a:t>	16:00</a:t>
            </a:r>
            <a:r>
              <a:rPr dirty="0" sz="450" spc="204">
                <a:latin typeface="Calibri"/>
                <a:cs typeface="Calibri"/>
              </a:rPr>
              <a:t>  </a:t>
            </a:r>
            <a:r>
              <a:rPr dirty="0" sz="450" spc="-50">
                <a:latin typeface="Calibri"/>
                <a:cs typeface="Calibri"/>
              </a:rPr>
              <a:t>X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  <a:tabLst>
                <a:tab pos="293370" algn="l"/>
              </a:tabLst>
            </a:pPr>
            <a:r>
              <a:rPr dirty="0" sz="450" spc="-10">
                <a:latin typeface="Calibri"/>
                <a:cs typeface="Calibri"/>
              </a:rPr>
              <a:t>10:00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10">
                <a:latin typeface="Calibri"/>
                <a:cs typeface="Calibri"/>
              </a:rPr>
              <a:t>18:00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  <a:tabLst>
                <a:tab pos="293370" algn="l"/>
              </a:tabLst>
            </a:pPr>
            <a:r>
              <a:rPr dirty="0" sz="450" spc="-10">
                <a:latin typeface="Calibri"/>
                <a:cs typeface="Calibri"/>
              </a:rPr>
              <a:t>14:00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10">
                <a:latin typeface="Calibri"/>
                <a:cs typeface="Calibri"/>
              </a:rPr>
              <a:t>22:00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09880" algn="l"/>
              </a:tabLst>
            </a:pPr>
            <a:r>
              <a:rPr dirty="0" sz="450" spc="-10">
                <a:latin typeface="Calibri"/>
                <a:cs typeface="Calibri"/>
              </a:rPr>
              <a:t>22:00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20">
                <a:latin typeface="Calibri"/>
                <a:cs typeface="Calibri"/>
              </a:rPr>
              <a:t>6:00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  <a:tabLst>
                <a:tab pos="293370" algn="l"/>
              </a:tabLst>
            </a:pPr>
            <a:r>
              <a:rPr dirty="0" sz="450" spc="-10">
                <a:latin typeface="Calibri"/>
                <a:cs typeface="Calibri"/>
              </a:rPr>
              <a:t>07.00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10">
                <a:latin typeface="Calibri"/>
                <a:cs typeface="Calibri"/>
              </a:rPr>
              <a:t>15:00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93370" algn="l"/>
              </a:tabLst>
            </a:pPr>
            <a:r>
              <a:rPr dirty="0" sz="450" spc="-10">
                <a:latin typeface="Calibri"/>
                <a:cs typeface="Calibri"/>
              </a:rPr>
              <a:t>10:00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10">
                <a:latin typeface="Calibri"/>
                <a:cs typeface="Calibri"/>
              </a:rPr>
              <a:t>18:00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  <a:tabLst>
                <a:tab pos="293370" algn="l"/>
              </a:tabLst>
            </a:pPr>
            <a:r>
              <a:rPr dirty="0" sz="450" spc="-10">
                <a:latin typeface="Calibri"/>
                <a:cs typeface="Calibri"/>
              </a:rPr>
              <a:t>15:00</a:t>
            </a:r>
            <a:r>
              <a:rPr dirty="0" sz="450">
                <a:latin typeface="Calibri"/>
                <a:cs typeface="Calibri"/>
              </a:rPr>
              <a:t>	23:00</a:t>
            </a:r>
            <a:r>
              <a:rPr dirty="0" sz="450" spc="204">
                <a:latin typeface="Calibri"/>
                <a:cs typeface="Calibri"/>
              </a:rPr>
              <a:t>  </a:t>
            </a:r>
            <a:r>
              <a:rPr dirty="0" sz="450" spc="-50">
                <a:latin typeface="Calibri"/>
                <a:cs typeface="Calibri"/>
              </a:rPr>
              <a:t>X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  <a:tabLst>
                <a:tab pos="309880" algn="l"/>
              </a:tabLst>
            </a:pPr>
            <a:r>
              <a:rPr dirty="0" sz="450" spc="-10">
                <a:latin typeface="Calibri"/>
                <a:cs typeface="Calibri"/>
              </a:rPr>
              <a:t>22:00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20">
                <a:latin typeface="Calibri"/>
                <a:cs typeface="Calibri"/>
              </a:rPr>
              <a:t>6:00</a:t>
            </a:r>
            <a:endParaRPr sz="450">
              <a:latin typeface="Calibri"/>
              <a:cs typeface="Calibri"/>
            </a:endParaRPr>
          </a:p>
          <a:p>
            <a:pPr marL="24765">
              <a:lnSpc>
                <a:spcPct val="100000"/>
              </a:lnSpc>
              <a:spcBef>
                <a:spcPts val="90"/>
              </a:spcBef>
              <a:tabLst>
                <a:tab pos="293370" algn="l"/>
              </a:tabLst>
            </a:pPr>
            <a:r>
              <a:rPr dirty="0" sz="450" spc="-20">
                <a:latin typeface="Calibri"/>
                <a:cs typeface="Calibri"/>
              </a:rPr>
              <a:t>8:00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10">
                <a:latin typeface="Calibri"/>
                <a:cs typeface="Calibri"/>
              </a:rPr>
              <a:t>16:00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  <a:tabLst>
                <a:tab pos="293370" algn="l"/>
              </a:tabLst>
            </a:pPr>
            <a:r>
              <a:rPr dirty="0" sz="450" spc="-10">
                <a:latin typeface="Calibri"/>
                <a:cs typeface="Calibri"/>
              </a:rPr>
              <a:t>15:00</a:t>
            </a:r>
            <a:r>
              <a:rPr dirty="0" sz="450">
                <a:latin typeface="Calibri"/>
                <a:cs typeface="Calibri"/>
              </a:rPr>
              <a:t>	23:00</a:t>
            </a:r>
            <a:r>
              <a:rPr dirty="0" sz="450" spc="204">
                <a:latin typeface="Calibri"/>
                <a:cs typeface="Calibri"/>
              </a:rPr>
              <a:t>  </a:t>
            </a:r>
            <a:r>
              <a:rPr dirty="0" sz="450" spc="-50">
                <a:latin typeface="Calibri"/>
                <a:cs typeface="Calibri"/>
              </a:rPr>
              <a:t>X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09880" algn="l"/>
              </a:tabLst>
            </a:pPr>
            <a:r>
              <a:rPr dirty="0" sz="450" spc="-10">
                <a:latin typeface="Calibri"/>
                <a:cs typeface="Calibri"/>
              </a:rPr>
              <a:t>22:00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20">
                <a:latin typeface="Calibri"/>
                <a:cs typeface="Calibri"/>
              </a:rPr>
              <a:t>6:00</a:t>
            </a:r>
            <a:endParaRPr sz="450">
              <a:latin typeface="Calibri"/>
              <a:cs typeface="Calibri"/>
            </a:endParaRPr>
          </a:p>
          <a:p>
            <a:pPr marL="24765">
              <a:lnSpc>
                <a:spcPct val="100000"/>
              </a:lnSpc>
              <a:spcBef>
                <a:spcPts val="85"/>
              </a:spcBef>
              <a:tabLst>
                <a:tab pos="293370" algn="l"/>
              </a:tabLst>
            </a:pPr>
            <a:r>
              <a:rPr dirty="0" sz="450" spc="-20">
                <a:latin typeface="Calibri"/>
                <a:cs typeface="Calibri"/>
              </a:rPr>
              <a:t>8:00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10">
                <a:latin typeface="Calibri"/>
                <a:cs typeface="Calibri"/>
              </a:rPr>
              <a:t>16:00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  <a:tabLst>
                <a:tab pos="293370" algn="l"/>
              </a:tabLst>
            </a:pPr>
            <a:r>
              <a:rPr dirty="0" sz="450" spc="-10">
                <a:latin typeface="Calibri"/>
                <a:cs typeface="Calibri"/>
              </a:rPr>
              <a:t>15:00</a:t>
            </a:r>
            <a:r>
              <a:rPr dirty="0" sz="450">
                <a:latin typeface="Calibri"/>
                <a:cs typeface="Calibri"/>
              </a:rPr>
              <a:t>	23:00</a:t>
            </a:r>
            <a:r>
              <a:rPr dirty="0" sz="450" spc="204">
                <a:latin typeface="Calibri"/>
                <a:cs typeface="Calibri"/>
              </a:rPr>
              <a:t>  </a:t>
            </a:r>
            <a:r>
              <a:rPr dirty="0" sz="450" spc="-50">
                <a:latin typeface="Calibri"/>
                <a:cs typeface="Calibri"/>
              </a:rPr>
              <a:t>X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09880" algn="l"/>
              </a:tabLst>
            </a:pPr>
            <a:r>
              <a:rPr dirty="0" sz="450" spc="-10">
                <a:latin typeface="Calibri"/>
                <a:cs typeface="Calibri"/>
              </a:rPr>
              <a:t>22:00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20">
                <a:latin typeface="Calibri"/>
                <a:cs typeface="Calibri"/>
              </a:rPr>
              <a:t>6:00</a:t>
            </a:r>
            <a:endParaRPr sz="450">
              <a:latin typeface="Calibri"/>
              <a:cs typeface="Calibri"/>
            </a:endParaRPr>
          </a:p>
          <a:p>
            <a:pPr marL="24765">
              <a:lnSpc>
                <a:spcPct val="100000"/>
              </a:lnSpc>
              <a:spcBef>
                <a:spcPts val="85"/>
              </a:spcBef>
              <a:tabLst>
                <a:tab pos="293370" algn="l"/>
              </a:tabLst>
            </a:pPr>
            <a:r>
              <a:rPr dirty="0" sz="450" spc="-20">
                <a:latin typeface="Calibri"/>
                <a:cs typeface="Calibri"/>
              </a:rPr>
              <a:t>8:00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10">
                <a:latin typeface="Calibri"/>
                <a:cs typeface="Calibri"/>
              </a:rPr>
              <a:t>16:00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93370" algn="l"/>
              </a:tabLst>
            </a:pPr>
            <a:r>
              <a:rPr dirty="0" sz="450" spc="-10">
                <a:latin typeface="Calibri"/>
                <a:cs typeface="Calibri"/>
              </a:rPr>
              <a:t>15:00</a:t>
            </a:r>
            <a:r>
              <a:rPr dirty="0" sz="450">
                <a:latin typeface="Calibri"/>
                <a:cs typeface="Calibri"/>
              </a:rPr>
              <a:t>	23:00</a:t>
            </a:r>
            <a:r>
              <a:rPr dirty="0" sz="450" spc="204">
                <a:latin typeface="Calibri"/>
                <a:cs typeface="Calibri"/>
              </a:rPr>
              <a:t>  </a:t>
            </a:r>
            <a:r>
              <a:rPr dirty="0" sz="450" spc="-50">
                <a:latin typeface="Calibri"/>
                <a:cs typeface="Calibri"/>
              </a:rPr>
              <a:t>X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  <a:tabLst>
                <a:tab pos="309880" algn="l"/>
              </a:tabLst>
            </a:pPr>
            <a:r>
              <a:rPr dirty="0" sz="450" spc="-10">
                <a:latin typeface="Calibri"/>
                <a:cs typeface="Calibri"/>
              </a:rPr>
              <a:t>22:00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20">
                <a:latin typeface="Calibri"/>
                <a:cs typeface="Calibri"/>
              </a:rPr>
              <a:t>6:00</a:t>
            </a:r>
            <a:endParaRPr sz="450">
              <a:latin typeface="Calibri"/>
              <a:cs typeface="Calibri"/>
            </a:endParaRPr>
          </a:p>
          <a:p>
            <a:pPr marL="24765">
              <a:lnSpc>
                <a:spcPct val="100000"/>
              </a:lnSpc>
              <a:spcBef>
                <a:spcPts val="85"/>
              </a:spcBef>
              <a:tabLst>
                <a:tab pos="293370" algn="l"/>
              </a:tabLst>
            </a:pPr>
            <a:r>
              <a:rPr dirty="0" sz="450" spc="-20">
                <a:latin typeface="Calibri"/>
                <a:cs typeface="Calibri"/>
              </a:rPr>
              <a:t>8:00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10">
                <a:latin typeface="Calibri"/>
                <a:cs typeface="Calibri"/>
              </a:rPr>
              <a:t>16:00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93370" algn="l"/>
              </a:tabLst>
            </a:pPr>
            <a:r>
              <a:rPr dirty="0" sz="450" spc="-10">
                <a:latin typeface="Calibri"/>
                <a:cs typeface="Calibri"/>
              </a:rPr>
              <a:t>15:00</a:t>
            </a:r>
            <a:r>
              <a:rPr dirty="0" sz="450">
                <a:latin typeface="Calibri"/>
                <a:cs typeface="Calibri"/>
              </a:rPr>
              <a:t>	23:00</a:t>
            </a:r>
            <a:r>
              <a:rPr dirty="0" sz="450" spc="204">
                <a:latin typeface="Calibri"/>
                <a:cs typeface="Calibri"/>
              </a:rPr>
              <a:t>  </a:t>
            </a:r>
            <a:r>
              <a:rPr dirty="0" sz="450" spc="-50">
                <a:latin typeface="Calibri"/>
                <a:cs typeface="Calibri"/>
              </a:rPr>
              <a:t>X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  <a:tabLst>
                <a:tab pos="309880" algn="l"/>
              </a:tabLst>
            </a:pPr>
            <a:r>
              <a:rPr dirty="0" sz="450" spc="-10">
                <a:latin typeface="Calibri"/>
                <a:cs typeface="Calibri"/>
              </a:rPr>
              <a:t>22:00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20">
                <a:latin typeface="Calibri"/>
                <a:cs typeface="Calibri"/>
              </a:rPr>
              <a:t>6:00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93370" algn="l"/>
              </a:tabLst>
            </a:pPr>
            <a:r>
              <a:rPr dirty="0" sz="450" spc="-10">
                <a:latin typeface="Calibri"/>
                <a:cs typeface="Calibri"/>
              </a:rPr>
              <a:t>07.00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10">
                <a:latin typeface="Calibri"/>
                <a:cs typeface="Calibri"/>
              </a:rPr>
              <a:t>15:00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  <a:tabLst>
                <a:tab pos="293370" algn="l"/>
              </a:tabLst>
            </a:pPr>
            <a:r>
              <a:rPr dirty="0" sz="450" spc="-10">
                <a:latin typeface="Calibri"/>
                <a:cs typeface="Calibri"/>
              </a:rPr>
              <a:t>10:00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10">
                <a:latin typeface="Calibri"/>
                <a:cs typeface="Calibri"/>
              </a:rPr>
              <a:t>18:00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  <a:tabLst>
                <a:tab pos="293370" algn="l"/>
              </a:tabLst>
            </a:pPr>
            <a:r>
              <a:rPr dirty="0" sz="450" spc="-10">
                <a:latin typeface="Calibri"/>
                <a:cs typeface="Calibri"/>
              </a:rPr>
              <a:t>14:00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10">
                <a:latin typeface="Calibri"/>
                <a:cs typeface="Calibri"/>
              </a:rPr>
              <a:t>22:00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09880" algn="l"/>
              </a:tabLst>
            </a:pPr>
            <a:r>
              <a:rPr dirty="0" sz="450" spc="-10">
                <a:latin typeface="Calibri"/>
                <a:cs typeface="Calibri"/>
              </a:rPr>
              <a:t>22:00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20">
                <a:latin typeface="Calibri"/>
                <a:cs typeface="Calibri"/>
              </a:rPr>
              <a:t>6:00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  <a:tabLst>
                <a:tab pos="293370" algn="l"/>
              </a:tabLst>
            </a:pPr>
            <a:r>
              <a:rPr dirty="0" sz="450" spc="-10">
                <a:latin typeface="Calibri"/>
                <a:cs typeface="Calibri"/>
              </a:rPr>
              <a:t>07.00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10">
                <a:latin typeface="Calibri"/>
                <a:cs typeface="Calibri"/>
              </a:rPr>
              <a:t>15:00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93370" algn="l"/>
              </a:tabLst>
            </a:pPr>
            <a:r>
              <a:rPr dirty="0" sz="450" spc="-10">
                <a:latin typeface="Calibri"/>
                <a:cs typeface="Calibri"/>
              </a:rPr>
              <a:t>10:00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10">
                <a:latin typeface="Calibri"/>
                <a:cs typeface="Calibri"/>
              </a:rPr>
              <a:t>18:00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  <a:tabLst>
                <a:tab pos="293370" algn="l"/>
              </a:tabLst>
            </a:pPr>
            <a:r>
              <a:rPr dirty="0" sz="450" spc="-10">
                <a:latin typeface="Calibri"/>
                <a:cs typeface="Calibri"/>
              </a:rPr>
              <a:t>14:00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10">
                <a:latin typeface="Calibri"/>
                <a:cs typeface="Calibri"/>
              </a:rPr>
              <a:t>22:00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  <a:tabLst>
                <a:tab pos="309880" algn="l"/>
              </a:tabLst>
            </a:pPr>
            <a:r>
              <a:rPr dirty="0" sz="450" spc="-10">
                <a:latin typeface="Calibri"/>
                <a:cs typeface="Calibri"/>
              </a:rPr>
              <a:t>22:00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20">
                <a:latin typeface="Calibri"/>
                <a:cs typeface="Calibri"/>
              </a:rPr>
              <a:t>6:00</a:t>
            </a:r>
            <a:endParaRPr sz="450">
              <a:latin typeface="Calibri"/>
              <a:cs typeface="Calibri"/>
            </a:endParaRPr>
          </a:p>
          <a:p>
            <a:pPr marL="24765">
              <a:lnSpc>
                <a:spcPct val="100000"/>
              </a:lnSpc>
              <a:spcBef>
                <a:spcPts val="90"/>
              </a:spcBef>
              <a:tabLst>
                <a:tab pos="293370" algn="l"/>
              </a:tabLst>
            </a:pPr>
            <a:r>
              <a:rPr dirty="0" sz="450" spc="-20">
                <a:latin typeface="Calibri"/>
                <a:cs typeface="Calibri"/>
              </a:rPr>
              <a:t>8:00</a:t>
            </a:r>
            <a:r>
              <a:rPr dirty="0" sz="450">
                <a:latin typeface="Calibri"/>
                <a:cs typeface="Calibri"/>
              </a:rPr>
              <a:t>	16:00</a:t>
            </a:r>
            <a:r>
              <a:rPr dirty="0" sz="450" spc="204">
                <a:latin typeface="Calibri"/>
                <a:cs typeface="Calibri"/>
              </a:rPr>
              <a:t>  </a:t>
            </a:r>
            <a:r>
              <a:rPr dirty="0" sz="450" spc="-10">
                <a:latin typeface="Calibri"/>
                <a:cs typeface="Calibri"/>
              </a:rPr>
              <a:t>BIURO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  <a:tabLst>
                <a:tab pos="293370" algn="l"/>
              </a:tabLst>
            </a:pPr>
            <a:r>
              <a:rPr dirty="0" sz="450" spc="-10">
                <a:latin typeface="Calibri"/>
                <a:cs typeface="Calibri"/>
              </a:rPr>
              <a:t>10:00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10">
                <a:latin typeface="Calibri"/>
                <a:cs typeface="Calibri"/>
              </a:rPr>
              <a:t>18:00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93370" algn="l"/>
              </a:tabLst>
            </a:pPr>
            <a:r>
              <a:rPr dirty="0" sz="450" spc="-10">
                <a:latin typeface="Calibri"/>
                <a:cs typeface="Calibri"/>
              </a:rPr>
              <a:t>14:00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10">
                <a:latin typeface="Calibri"/>
                <a:cs typeface="Calibri"/>
              </a:rPr>
              <a:t>22:00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  <a:tabLst>
                <a:tab pos="309880" algn="l"/>
              </a:tabLst>
            </a:pPr>
            <a:r>
              <a:rPr dirty="0" sz="450" spc="-10">
                <a:latin typeface="Calibri"/>
                <a:cs typeface="Calibri"/>
              </a:rPr>
              <a:t>22:00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20">
                <a:latin typeface="Calibri"/>
                <a:cs typeface="Calibri"/>
              </a:rPr>
              <a:t>6:00</a:t>
            </a:r>
            <a:endParaRPr sz="450">
              <a:latin typeface="Calibri"/>
              <a:cs typeface="Calibri"/>
            </a:endParaRPr>
          </a:p>
          <a:p>
            <a:pPr marL="24765">
              <a:lnSpc>
                <a:spcPct val="100000"/>
              </a:lnSpc>
              <a:spcBef>
                <a:spcPts val="85"/>
              </a:spcBef>
              <a:tabLst>
                <a:tab pos="293370" algn="l"/>
              </a:tabLst>
            </a:pPr>
            <a:r>
              <a:rPr dirty="0" sz="450" spc="-20">
                <a:latin typeface="Calibri"/>
                <a:cs typeface="Calibri"/>
              </a:rPr>
              <a:t>8:00</a:t>
            </a:r>
            <a:r>
              <a:rPr dirty="0" sz="450">
                <a:latin typeface="Calibri"/>
                <a:cs typeface="Calibri"/>
              </a:rPr>
              <a:t>	16:00</a:t>
            </a:r>
            <a:r>
              <a:rPr dirty="0" sz="450" spc="204">
                <a:latin typeface="Calibri"/>
                <a:cs typeface="Calibri"/>
              </a:rPr>
              <a:t>  </a:t>
            </a:r>
            <a:r>
              <a:rPr dirty="0" sz="450" spc="-10">
                <a:latin typeface="Calibri"/>
                <a:cs typeface="Calibri"/>
              </a:rPr>
              <a:t>BIURO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93370" algn="l"/>
              </a:tabLst>
            </a:pPr>
            <a:r>
              <a:rPr dirty="0" sz="450" spc="-10">
                <a:latin typeface="Calibri"/>
                <a:cs typeface="Calibri"/>
              </a:rPr>
              <a:t>15:00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10">
                <a:latin typeface="Calibri"/>
                <a:cs typeface="Calibri"/>
              </a:rPr>
              <a:t>23:00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  <a:tabLst>
                <a:tab pos="309880" algn="l"/>
              </a:tabLst>
            </a:pPr>
            <a:r>
              <a:rPr dirty="0" sz="450" spc="-10">
                <a:latin typeface="Calibri"/>
                <a:cs typeface="Calibri"/>
              </a:rPr>
              <a:t>22:00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20">
                <a:latin typeface="Calibri"/>
                <a:cs typeface="Calibri"/>
              </a:rPr>
              <a:t>6:00</a:t>
            </a:r>
            <a:endParaRPr sz="450">
              <a:latin typeface="Calibri"/>
              <a:cs typeface="Calibri"/>
            </a:endParaRPr>
          </a:p>
          <a:p>
            <a:pPr marL="24765">
              <a:lnSpc>
                <a:spcPct val="100000"/>
              </a:lnSpc>
              <a:spcBef>
                <a:spcPts val="90"/>
              </a:spcBef>
              <a:tabLst>
                <a:tab pos="293370" algn="l"/>
              </a:tabLst>
            </a:pPr>
            <a:r>
              <a:rPr dirty="0" sz="450" spc="-20">
                <a:latin typeface="Calibri"/>
                <a:cs typeface="Calibri"/>
              </a:rPr>
              <a:t>8:00</a:t>
            </a:r>
            <a:r>
              <a:rPr dirty="0" sz="450">
                <a:latin typeface="Calibri"/>
                <a:cs typeface="Calibri"/>
              </a:rPr>
              <a:t>	16:00</a:t>
            </a:r>
            <a:r>
              <a:rPr dirty="0" sz="450" spc="204">
                <a:latin typeface="Calibri"/>
                <a:cs typeface="Calibri"/>
              </a:rPr>
              <a:t>  </a:t>
            </a:r>
            <a:r>
              <a:rPr dirty="0" sz="450" spc="-50">
                <a:latin typeface="Calibri"/>
                <a:cs typeface="Calibri"/>
              </a:rPr>
              <a:t>X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  <a:tabLst>
                <a:tab pos="293370" algn="l"/>
              </a:tabLst>
            </a:pPr>
            <a:r>
              <a:rPr dirty="0" sz="450" spc="-10">
                <a:latin typeface="Calibri"/>
                <a:cs typeface="Calibri"/>
              </a:rPr>
              <a:t>15:00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10">
                <a:latin typeface="Calibri"/>
                <a:cs typeface="Calibri"/>
              </a:rPr>
              <a:t>23:00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  <a:tabLst>
                <a:tab pos="309880" algn="l"/>
              </a:tabLst>
            </a:pPr>
            <a:r>
              <a:rPr dirty="0" sz="450" spc="-10">
                <a:latin typeface="Calibri"/>
                <a:cs typeface="Calibri"/>
              </a:rPr>
              <a:t>22:00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20">
                <a:latin typeface="Calibri"/>
                <a:cs typeface="Calibri"/>
              </a:rPr>
              <a:t>6:00</a:t>
            </a:r>
            <a:endParaRPr sz="450">
              <a:latin typeface="Calibri"/>
              <a:cs typeface="Calibri"/>
            </a:endParaRPr>
          </a:p>
          <a:p>
            <a:pPr marL="24765">
              <a:lnSpc>
                <a:spcPct val="100000"/>
              </a:lnSpc>
              <a:spcBef>
                <a:spcPts val="90"/>
              </a:spcBef>
              <a:tabLst>
                <a:tab pos="293370" algn="l"/>
              </a:tabLst>
            </a:pPr>
            <a:r>
              <a:rPr dirty="0" sz="450" spc="-20">
                <a:latin typeface="Calibri"/>
                <a:cs typeface="Calibri"/>
              </a:rPr>
              <a:t>8:00</a:t>
            </a:r>
            <a:r>
              <a:rPr dirty="0" sz="450">
                <a:latin typeface="Calibri"/>
                <a:cs typeface="Calibri"/>
              </a:rPr>
              <a:t>	16:00</a:t>
            </a:r>
            <a:r>
              <a:rPr dirty="0" sz="450" spc="204">
                <a:latin typeface="Calibri"/>
                <a:cs typeface="Calibri"/>
              </a:rPr>
              <a:t>  </a:t>
            </a:r>
            <a:r>
              <a:rPr dirty="0" sz="450" spc="-50">
                <a:latin typeface="Calibri"/>
                <a:cs typeface="Calibri"/>
              </a:rPr>
              <a:t>X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  <a:tabLst>
                <a:tab pos="293370" algn="l"/>
              </a:tabLst>
            </a:pPr>
            <a:r>
              <a:rPr dirty="0" sz="450" spc="-10">
                <a:latin typeface="Calibri"/>
                <a:cs typeface="Calibri"/>
              </a:rPr>
              <a:t>15:00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10">
                <a:latin typeface="Calibri"/>
                <a:cs typeface="Calibri"/>
              </a:rPr>
              <a:t>23:00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09880" algn="l"/>
              </a:tabLst>
            </a:pPr>
            <a:r>
              <a:rPr dirty="0" sz="450" spc="-10">
                <a:latin typeface="Calibri"/>
                <a:cs typeface="Calibri"/>
              </a:rPr>
              <a:t>22:00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20">
                <a:latin typeface="Calibri"/>
                <a:cs typeface="Calibri"/>
              </a:rPr>
              <a:t>6:00</a:t>
            </a:r>
            <a:endParaRPr sz="450">
              <a:latin typeface="Calibri"/>
              <a:cs typeface="Calibri"/>
            </a:endParaRPr>
          </a:p>
          <a:p>
            <a:pPr marL="24765">
              <a:lnSpc>
                <a:spcPct val="100000"/>
              </a:lnSpc>
              <a:spcBef>
                <a:spcPts val="85"/>
              </a:spcBef>
              <a:tabLst>
                <a:tab pos="293370" algn="l"/>
              </a:tabLst>
            </a:pPr>
            <a:r>
              <a:rPr dirty="0" sz="450" spc="-20">
                <a:latin typeface="Calibri"/>
                <a:cs typeface="Calibri"/>
              </a:rPr>
              <a:t>8:00</a:t>
            </a:r>
            <a:r>
              <a:rPr dirty="0" sz="450">
                <a:latin typeface="Calibri"/>
                <a:cs typeface="Calibri"/>
              </a:rPr>
              <a:t>	16:00</a:t>
            </a:r>
            <a:r>
              <a:rPr dirty="0" sz="450" spc="204">
                <a:latin typeface="Calibri"/>
                <a:cs typeface="Calibri"/>
              </a:rPr>
              <a:t>  </a:t>
            </a:r>
            <a:r>
              <a:rPr dirty="0" sz="450" spc="-50">
                <a:latin typeface="Calibri"/>
                <a:cs typeface="Calibri"/>
              </a:rPr>
              <a:t>X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  <a:tabLst>
                <a:tab pos="293370" algn="l"/>
              </a:tabLst>
            </a:pPr>
            <a:r>
              <a:rPr dirty="0" sz="450" spc="-10">
                <a:latin typeface="Calibri"/>
                <a:cs typeface="Calibri"/>
              </a:rPr>
              <a:t>15:00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10">
                <a:latin typeface="Calibri"/>
                <a:cs typeface="Calibri"/>
              </a:rPr>
              <a:t>23:00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09880" algn="l"/>
              </a:tabLst>
            </a:pPr>
            <a:r>
              <a:rPr dirty="0" sz="450" spc="-10">
                <a:latin typeface="Calibri"/>
                <a:cs typeface="Calibri"/>
              </a:rPr>
              <a:t>22:00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20">
                <a:latin typeface="Calibri"/>
                <a:cs typeface="Calibri"/>
              </a:rPr>
              <a:t>6:00</a:t>
            </a:r>
            <a:endParaRPr sz="450">
              <a:latin typeface="Calibri"/>
              <a:cs typeface="Calibri"/>
            </a:endParaRPr>
          </a:p>
          <a:p>
            <a:pPr marL="24765">
              <a:lnSpc>
                <a:spcPct val="100000"/>
              </a:lnSpc>
              <a:spcBef>
                <a:spcPts val="85"/>
              </a:spcBef>
              <a:tabLst>
                <a:tab pos="293370" algn="l"/>
              </a:tabLst>
            </a:pPr>
            <a:r>
              <a:rPr dirty="0" sz="450" spc="-20">
                <a:latin typeface="Calibri"/>
                <a:cs typeface="Calibri"/>
              </a:rPr>
              <a:t>8:00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10">
                <a:latin typeface="Calibri"/>
                <a:cs typeface="Calibri"/>
              </a:rPr>
              <a:t>16:00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93370" algn="l"/>
              </a:tabLst>
            </a:pPr>
            <a:r>
              <a:rPr dirty="0" sz="450" spc="-10">
                <a:latin typeface="Calibri"/>
                <a:cs typeface="Calibri"/>
              </a:rPr>
              <a:t>15:00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10">
                <a:latin typeface="Calibri"/>
                <a:cs typeface="Calibri"/>
              </a:rPr>
              <a:t>23:00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  <a:tabLst>
                <a:tab pos="309880" algn="l"/>
              </a:tabLst>
            </a:pPr>
            <a:r>
              <a:rPr dirty="0" sz="450" spc="-10">
                <a:latin typeface="Calibri"/>
                <a:cs typeface="Calibri"/>
              </a:rPr>
              <a:t>22:00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20">
                <a:latin typeface="Calibri"/>
                <a:cs typeface="Calibri"/>
              </a:rPr>
              <a:t>6:00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  <a:tabLst>
                <a:tab pos="293370" algn="l"/>
              </a:tabLst>
            </a:pPr>
            <a:r>
              <a:rPr dirty="0" sz="450" spc="-10">
                <a:latin typeface="Calibri"/>
                <a:cs typeface="Calibri"/>
              </a:rPr>
              <a:t>07.00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10">
                <a:latin typeface="Calibri"/>
                <a:cs typeface="Calibri"/>
              </a:rPr>
              <a:t>15:00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93370" algn="l"/>
              </a:tabLst>
            </a:pPr>
            <a:r>
              <a:rPr dirty="0" sz="450" spc="-10">
                <a:latin typeface="Calibri"/>
                <a:cs typeface="Calibri"/>
              </a:rPr>
              <a:t>10:00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10">
                <a:latin typeface="Calibri"/>
                <a:cs typeface="Calibri"/>
              </a:rPr>
              <a:t>18:00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  <a:tabLst>
                <a:tab pos="293370" algn="l"/>
              </a:tabLst>
            </a:pPr>
            <a:r>
              <a:rPr dirty="0" sz="450" spc="-10">
                <a:latin typeface="Calibri"/>
                <a:cs typeface="Calibri"/>
              </a:rPr>
              <a:t>14:00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10">
                <a:latin typeface="Calibri"/>
                <a:cs typeface="Calibri"/>
              </a:rPr>
              <a:t>22:00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09880" algn="l"/>
              </a:tabLst>
            </a:pPr>
            <a:r>
              <a:rPr dirty="0" sz="450" spc="-10">
                <a:latin typeface="Calibri"/>
                <a:cs typeface="Calibri"/>
              </a:rPr>
              <a:t>22:00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20">
                <a:latin typeface="Calibri"/>
                <a:cs typeface="Calibri"/>
              </a:rPr>
              <a:t>6:00</a:t>
            </a:r>
            <a:endParaRPr sz="450">
              <a:latin typeface="Calibri"/>
              <a:cs typeface="Calibri"/>
            </a:endParaRPr>
          </a:p>
          <a:p>
            <a:pPr marL="24765">
              <a:lnSpc>
                <a:spcPct val="100000"/>
              </a:lnSpc>
              <a:spcBef>
                <a:spcPts val="50"/>
              </a:spcBef>
              <a:tabLst>
                <a:tab pos="293370" algn="l"/>
              </a:tabLst>
            </a:pPr>
            <a:r>
              <a:rPr dirty="0" sz="450" spc="-20">
                <a:latin typeface="Calibri"/>
                <a:cs typeface="Calibri"/>
              </a:rPr>
              <a:t>8:00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10">
                <a:latin typeface="Calibri"/>
                <a:cs typeface="Calibri"/>
              </a:rPr>
              <a:t>16:00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93370" algn="l"/>
              </a:tabLst>
            </a:pPr>
            <a:r>
              <a:rPr dirty="0" sz="450" spc="-10">
                <a:latin typeface="Calibri"/>
                <a:cs typeface="Calibri"/>
              </a:rPr>
              <a:t>10:00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10">
                <a:latin typeface="Calibri"/>
                <a:cs typeface="Calibri"/>
              </a:rPr>
              <a:t>18:00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  <a:tabLst>
                <a:tab pos="293370" algn="l"/>
              </a:tabLst>
            </a:pPr>
            <a:r>
              <a:rPr dirty="0" sz="450" spc="-10">
                <a:latin typeface="Calibri"/>
                <a:cs typeface="Calibri"/>
              </a:rPr>
              <a:t>15:00</a:t>
            </a:r>
            <a:r>
              <a:rPr dirty="0" sz="450">
                <a:latin typeface="Calibri"/>
                <a:cs typeface="Calibri"/>
              </a:rPr>
              <a:t>	23:00</a:t>
            </a:r>
            <a:r>
              <a:rPr dirty="0" sz="450" spc="204">
                <a:latin typeface="Calibri"/>
                <a:cs typeface="Calibri"/>
              </a:rPr>
              <a:t>  </a:t>
            </a:r>
            <a:r>
              <a:rPr dirty="0" sz="450" spc="-50">
                <a:latin typeface="Calibri"/>
                <a:cs typeface="Calibri"/>
              </a:rPr>
              <a:t>X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09880" algn="l"/>
              </a:tabLst>
            </a:pPr>
            <a:r>
              <a:rPr dirty="0" sz="450" spc="-10">
                <a:latin typeface="Calibri"/>
                <a:cs typeface="Calibri"/>
              </a:rPr>
              <a:t>22:00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20">
                <a:latin typeface="Calibri"/>
                <a:cs typeface="Calibri"/>
              </a:rPr>
              <a:t>6:00</a:t>
            </a:r>
            <a:endParaRPr sz="450">
              <a:latin typeface="Calibri"/>
              <a:cs typeface="Calibri"/>
            </a:endParaRPr>
          </a:p>
          <a:p>
            <a:pPr marL="24765">
              <a:lnSpc>
                <a:spcPct val="100000"/>
              </a:lnSpc>
              <a:spcBef>
                <a:spcPts val="85"/>
              </a:spcBef>
              <a:tabLst>
                <a:tab pos="293370" algn="l"/>
              </a:tabLst>
            </a:pPr>
            <a:r>
              <a:rPr dirty="0" sz="450" spc="-20">
                <a:latin typeface="Calibri"/>
                <a:cs typeface="Calibri"/>
              </a:rPr>
              <a:t>8:00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10">
                <a:latin typeface="Calibri"/>
                <a:cs typeface="Calibri"/>
              </a:rPr>
              <a:t>16:00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  <a:tabLst>
                <a:tab pos="293370" algn="l"/>
              </a:tabLst>
            </a:pPr>
            <a:r>
              <a:rPr dirty="0" sz="450" spc="-10">
                <a:latin typeface="Calibri"/>
                <a:cs typeface="Calibri"/>
              </a:rPr>
              <a:t>15:00</a:t>
            </a:r>
            <a:r>
              <a:rPr dirty="0" sz="450">
                <a:latin typeface="Calibri"/>
                <a:cs typeface="Calibri"/>
              </a:rPr>
              <a:t>	23:00</a:t>
            </a:r>
            <a:r>
              <a:rPr dirty="0" sz="450" spc="204">
                <a:latin typeface="Calibri"/>
                <a:cs typeface="Calibri"/>
              </a:rPr>
              <a:t>  </a:t>
            </a:r>
            <a:r>
              <a:rPr dirty="0" sz="450" spc="-50">
                <a:latin typeface="Calibri"/>
                <a:cs typeface="Calibri"/>
              </a:rPr>
              <a:t>X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09880" algn="l"/>
              </a:tabLst>
            </a:pPr>
            <a:r>
              <a:rPr dirty="0" sz="450" spc="-10">
                <a:latin typeface="Calibri"/>
                <a:cs typeface="Calibri"/>
              </a:rPr>
              <a:t>22:00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20">
                <a:latin typeface="Calibri"/>
                <a:cs typeface="Calibri"/>
              </a:rPr>
              <a:t>6:00</a:t>
            </a:r>
            <a:endParaRPr sz="450">
              <a:latin typeface="Calibri"/>
              <a:cs typeface="Calibri"/>
            </a:endParaRPr>
          </a:p>
          <a:p>
            <a:pPr marL="24765">
              <a:lnSpc>
                <a:spcPct val="100000"/>
              </a:lnSpc>
              <a:spcBef>
                <a:spcPts val="85"/>
              </a:spcBef>
              <a:tabLst>
                <a:tab pos="293370" algn="l"/>
              </a:tabLst>
            </a:pPr>
            <a:r>
              <a:rPr dirty="0" sz="450" spc="-20">
                <a:latin typeface="Calibri"/>
                <a:cs typeface="Calibri"/>
              </a:rPr>
              <a:t>8:00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10">
                <a:latin typeface="Calibri"/>
                <a:cs typeface="Calibri"/>
              </a:rPr>
              <a:t>16:00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93370" algn="l"/>
              </a:tabLst>
            </a:pPr>
            <a:r>
              <a:rPr dirty="0" sz="450" spc="-10">
                <a:latin typeface="Calibri"/>
                <a:cs typeface="Calibri"/>
              </a:rPr>
              <a:t>15:00</a:t>
            </a:r>
            <a:r>
              <a:rPr dirty="0" sz="450">
                <a:latin typeface="Calibri"/>
                <a:cs typeface="Calibri"/>
              </a:rPr>
              <a:t>	23:00</a:t>
            </a:r>
            <a:r>
              <a:rPr dirty="0" sz="450" spc="204">
                <a:latin typeface="Calibri"/>
                <a:cs typeface="Calibri"/>
              </a:rPr>
              <a:t>  </a:t>
            </a:r>
            <a:r>
              <a:rPr dirty="0" sz="450" spc="-50">
                <a:latin typeface="Calibri"/>
                <a:cs typeface="Calibri"/>
              </a:rPr>
              <a:t>X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  <a:tabLst>
                <a:tab pos="309880" algn="l"/>
              </a:tabLst>
            </a:pPr>
            <a:r>
              <a:rPr dirty="0" sz="450" spc="-10">
                <a:latin typeface="Calibri"/>
                <a:cs typeface="Calibri"/>
              </a:rPr>
              <a:t>22:00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20">
                <a:latin typeface="Calibri"/>
                <a:cs typeface="Calibri"/>
              </a:rPr>
              <a:t>6:00</a:t>
            </a:r>
            <a:endParaRPr sz="450">
              <a:latin typeface="Calibri"/>
              <a:cs typeface="Calibri"/>
            </a:endParaRPr>
          </a:p>
          <a:p>
            <a:pPr marL="24765">
              <a:lnSpc>
                <a:spcPct val="100000"/>
              </a:lnSpc>
              <a:spcBef>
                <a:spcPts val="85"/>
              </a:spcBef>
              <a:tabLst>
                <a:tab pos="293370" algn="l"/>
              </a:tabLst>
            </a:pPr>
            <a:r>
              <a:rPr dirty="0" sz="450" spc="-20">
                <a:latin typeface="Calibri"/>
                <a:cs typeface="Calibri"/>
              </a:rPr>
              <a:t>8:00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10">
                <a:latin typeface="Calibri"/>
                <a:cs typeface="Calibri"/>
              </a:rPr>
              <a:t>16:00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93370" algn="l"/>
              </a:tabLst>
            </a:pPr>
            <a:r>
              <a:rPr dirty="0" sz="450" spc="-10">
                <a:latin typeface="Calibri"/>
                <a:cs typeface="Calibri"/>
              </a:rPr>
              <a:t>15:00</a:t>
            </a:r>
            <a:r>
              <a:rPr dirty="0" sz="450">
                <a:latin typeface="Calibri"/>
                <a:cs typeface="Calibri"/>
              </a:rPr>
              <a:t>	23:00</a:t>
            </a:r>
            <a:r>
              <a:rPr dirty="0" sz="450" spc="204">
                <a:latin typeface="Calibri"/>
                <a:cs typeface="Calibri"/>
              </a:rPr>
              <a:t>  </a:t>
            </a:r>
            <a:r>
              <a:rPr dirty="0" sz="450" spc="-50">
                <a:latin typeface="Calibri"/>
                <a:cs typeface="Calibri"/>
              </a:rPr>
              <a:t>X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  <a:tabLst>
                <a:tab pos="309880" algn="l"/>
              </a:tabLst>
            </a:pPr>
            <a:r>
              <a:rPr dirty="0" sz="450" spc="-10">
                <a:latin typeface="Calibri"/>
                <a:cs typeface="Calibri"/>
              </a:rPr>
              <a:t>22:00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20">
                <a:latin typeface="Calibri"/>
                <a:cs typeface="Calibri"/>
              </a:rPr>
              <a:t>6:00</a:t>
            </a:r>
            <a:endParaRPr sz="450">
              <a:latin typeface="Calibri"/>
              <a:cs typeface="Calibri"/>
            </a:endParaRPr>
          </a:p>
          <a:p>
            <a:pPr marL="24765">
              <a:lnSpc>
                <a:spcPct val="100000"/>
              </a:lnSpc>
              <a:spcBef>
                <a:spcPts val="90"/>
              </a:spcBef>
              <a:tabLst>
                <a:tab pos="293370" algn="l"/>
              </a:tabLst>
            </a:pPr>
            <a:r>
              <a:rPr dirty="0" sz="450" spc="-20">
                <a:latin typeface="Calibri"/>
                <a:cs typeface="Calibri"/>
              </a:rPr>
              <a:t>8:00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10">
                <a:latin typeface="Calibri"/>
                <a:cs typeface="Calibri"/>
              </a:rPr>
              <a:t>16:00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  <a:tabLst>
                <a:tab pos="293370" algn="l"/>
              </a:tabLst>
            </a:pPr>
            <a:r>
              <a:rPr dirty="0" sz="450" spc="-10">
                <a:latin typeface="Calibri"/>
                <a:cs typeface="Calibri"/>
              </a:rPr>
              <a:t>15:00</a:t>
            </a:r>
            <a:r>
              <a:rPr dirty="0" sz="450">
                <a:latin typeface="Calibri"/>
                <a:cs typeface="Calibri"/>
              </a:rPr>
              <a:t>	23:00</a:t>
            </a:r>
            <a:r>
              <a:rPr dirty="0" sz="450" spc="204">
                <a:latin typeface="Calibri"/>
                <a:cs typeface="Calibri"/>
              </a:rPr>
              <a:t>  </a:t>
            </a:r>
            <a:r>
              <a:rPr dirty="0" sz="450" spc="-50">
                <a:latin typeface="Calibri"/>
                <a:cs typeface="Calibri"/>
              </a:rPr>
              <a:t>X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  <a:tabLst>
                <a:tab pos="309880" algn="l"/>
              </a:tabLst>
            </a:pPr>
            <a:r>
              <a:rPr dirty="0" sz="450" spc="-10">
                <a:latin typeface="Calibri"/>
                <a:cs typeface="Calibri"/>
              </a:rPr>
              <a:t>22:00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20">
                <a:latin typeface="Calibri"/>
                <a:cs typeface="Calibri"/>
              </a:rPr>
              <a:t>6:00</a:t>
            </a:r>
            <a:endParaRPr sz="450">
              <a:latin typeface="Calibri"/>
              <a:cs typeface="Calibri"/>
            </a:endParaRPr>
          </a:p>
          <a:p>
            <a:pPr marL="24765">
              <a:lnSpc>
                <a:spcPct val="100000"/>
              </a:lnSpc>
              <a:spcBef>
                <a:spcPts val="55"/>
              </a:spcBef>
              <a:tabLst>
                <a:tab pos="293370" algn="l"/>
              </a:tabLst>
            </a:pPr>
            <a:r>
              <a:rPr dirty="0" sz="450" spc="-20">
                <a:latin typeface="Calibri"/>
                <a:cs typeface="Calibri"/>
              </a:rPr>
              <a:t>8:00</a:t>
            </a:r>
            <a:r>
              <a:rPr dirty="0" sz="450">
                <a:latin typeface="Calibri"/>
                <a:cs typeface="Calibri"/>
              </a:rPr>
              <a:t>	16:00</a:t>
            </a:r>
            <a:r>
              <a:rPr dirty="0" sz="450" spc="204">
                <a:latin typeface="Calibri"/>
                <a:cs typeface="Calibri"/>
              </a:rPr>
              <a:t>  </a:t>
            </a:r>
            <a:r>
              <a:rPr dirty="0" sz="450" spc="-50">
                <a:latin typeface="Calibri"/>
                <a:cs typeface="Calibri"/>
              </a:rPr>
              <a:t>X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93370" algn="l"/>
              </a:tabLst>
            </a:pPr>
            <a:r>
              <a:rPr dirty="0" sz="450" spc="-10">
                <a:latin typeface="Calibri"/>
                <a:cs typeface="Calibri"/>
              </a:rPr>
              <a:t>15:00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10">
                <a:latin typeface="Calibri"/>
                <a:cs typeface="Calibri"/>
              </a:rPr>
              <a:t>23:00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  <a:tabLst>
                <a:tab pos="309880" algn="l"/>
              </a:tabLst>
            </a:pPr>
            <a:r>
              <a:rPr dirty="0" sz="450" spc="-10">
                <a:latin typeface="Calibri"/>
                <a:cs typeface="Calibri"/>
              </a:rPr>
              <a:t>22:00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20">
                <a:latin typeface="Calibri"/>
                <a:cs typeface="Calibri"/>
              </a:rPr>
              <a:t>6:00</a:t>
            </a:r>
            <a:endParaRPr sz="450">
              <a:latin typeface="Calibri"/>
              <a:cs typeface="Calibri"/>
            </a:endParaRPr>
          </a:p>
          <a:p>
            <a:pPr marL="24765">
              <a:lnSpc>
                <a:spcPct val="100000"/>
              </a:lnSpc>
              <a:spcBef>
                <a:spcPts val="85"/>
              </a:spcBef>
              <a:tabLst>
                <a:tab pos="293370" algn="l"/>
              </a:tabLst>
            </a:pPr>
            <a:r>
              <a:rPr dirty="0" sz="450" spc="-20">
                <a:latin typeface="Calibri"/>
                <a:cs typeface="Calibri"/>
              </a:rPr>
              <a:t>8:00</a:t>
            </a:r>
            <a:r>
              <a:rPr dirty="0" sz="450">
                <a:latin typeface="Calibri"/>
                <a:cs typeface="Calibri"/>
              </a:rPr>
              <a:t>	16:00</a:t>
            </a:r>
            <a:r>
              <a:rPr dirty="0" sz="450" spc="204">
                <a:latin typeface="Calibri"/>
                <a:cs typeface="Calibri"/>
              </a:rPr>
              <a:t>  </a:t>
            </a:r>
            <a:r>
              <a:rPr dirty="0" sz="450" spc="-50">
                <a:latin typeface="Calibri"/>
                <a:cs typeface="Calibri"/>
              </a:rPr>
              <a:t>X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93370" algn="l"/>
              </a:tabLst>
            </a:pPr>
            <a:r>
              <a:rPr dirty="0" sz="450" spc="-10">
                <a:latin typeface="Calibri"/>
                <a:cs typeface="Calibri"/>
              </a:rPr>
              <a:t>10:00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10">
                <a:latin typeface="Calibri"/>
                <a:cs typeface="Calibri"/>
              </a:rPr>
              <a:t>18:00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  <a:tabLst>
                <a:tab pos="293370" algn="l"/>
              </a:tabLst>
            </a:pPr>
            <a:r>
              <a:rPr dirty="0" sz="450" spc="-10">
                <a:latin typeface="Calibri"/>
                <a:cs typeface="Calibri"/>
              </a:rPr>
              <a:t>14:00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10">
                <a:latin typeface="Calibri"/>
                <a:cs typeface="Calibri"/>
              </a:rPr>
              <a:t>22:00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09880" algn="l"/>
              </a:tabLst>
            </a:pPr>
            <a:r>
              <a:rPr dirty="0" sz="450" spc="-10">
                <a:latin typeface="Calibri"/>
                <a:cs typeface="Calibri"/>
              </a:rPr>
              <a:t>22:00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20">
                <a:latin typeface="Calibri"/>
                <a:cs typeface="Calibri"/>
              </a:rPr>
              <a:t>6:00</a:t>
            </a:r>
            <a:endParaRPr sz="450">
              <a:latin typeface="Calibri"/>
              <a:cs typeface="Calibri"/>
            </a:endParaRPr>
          </a:p>
          <a:p>
            <a:pPr marL="24765">
              <a:lnSpc>
                <a:spcPct val="100000"/>
              </a:lnSpc>
              <a:spcBef>
                <a:spcPts val="85"/>
              </a:spcBef>
              <a:tabLst>
                <a:tab pos="293370" algn="l"/>
              </a:tabLst>
            </a:pPr>
            <a:r>
              <a:rPr dirty="0" sz="450" spc="-20">
                <a:latin typeface="Calibri"/>
                <a:cs typeface="Calibri"/>
              </a:rPr>
              <a:t>8:00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10">
                <a:latin typeface="Calibri"/>
                <a:cs typeface="Calibri"/>
              </a:rPr>
              <a:t>16:00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  <a:tabLst>
                <a:tab pos="293370" algn="l"/>
              </a:tabLst>
            </a:pPr>
            <a:r>
              <a:rPr dirty="0" sz="450" spc="-10">
                <a:latin typeface="Calibri"/>
                <a:cs typeface="Calibri"/>
              </a:rPr>
              <a:t>10:00</a:t>
            </a:r>
            <a:r>
              <a:rPr dirty="0" sz="450">
                <a:latin typeface="Calibri"/>
                <a:cs typeface="Calibri"/>
              </a:rPr>
              <a:t>	</a:t>
            </a:r>
            <a:r>
              <a:rPr dirty="0" sz="450" spc="-10">
                <a:latin typeface="Calibri"/>
                <a:cs typeface="Calibri"/>
              </a:rPr>
              <a:t>18:00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667558" y="674496"/>
            <a:ext cx="1096645" cy="99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50" spc="10">
                <a:latin typeface="Calibri"/>
                <a:cs typeface="Calibri"/>
              </a:rPr>
              <a:t>Załącznik</a:t>
            </a:r>
            <a:r>
              <a:rPr dirty="0" sz="450" spc="20">
                <a:latin typeface="Calibri"/>
                <a:cs typeface="Calibri"/>
              </a:rPr>
              <a:t> </a:t>
            </a:r>
            <a:r>
              <a:rPr dirty="0" sz="450" spc="10">
                <a:latin typeface="Calibri"/>
                <a:cs typeface="Calibri"/>
              </a:rPr>
              <a:t>nr</a:t>
            </a:r>
            <a:r>
              <a:rPr dirty="0" sz="450" spc="5">
                <a:latin typeface="Calibri"/>
                <a:cs typeface="Calibri"/>
              </a:rPr>
              <a:t> </a:t>
            </a:r>
            <a:r>
              <a:rPr dirty="0" sz="450" spc="10">
                <a:latin typeface="Calibri"/>
                <a:cs typeface="Calibri"/>
              </a:rPr>
              <a:t>3</a:t>
            </a:r>
            <a:r>
              <a:rPr dirty="0" sz="450" spc="-5">
                <a:latin typeface="Calibri"/>
                <a:cs typeface="Calibri"/>
              </a:rPr>
              <a:t> </a:t>
            </a:r>
            <a:r>
              <a:rPr dirty="0" sz="450" spc="10">
                <a:latin typeface="Calibri"/>
                <a:cs typeface="Calibri"/>
              </a:rPr>
              <a:t>do</a:t>
            </a:r>
            <a:r>
              <a:rPr dirty="0" sz="450" spc="25">
                <a:latin typeface="Calibri"/>
                <a:cs typeface="Calibri"/>
              </a:rPr>
              <a:t> </a:t>
            </a:r>
            <a:r>
              <a:rPr dirty="0" sz="450" spc="10">
                <a:latin typeface="Calibri"/>
                <a:cs typeface="Calibri"/>
              </a:rPr>
              <a:t>Regulaminu</a:t>
            </a:r>
            <a:r>
              <a:rPr dirty="0" sz="450" spc="25">
                <a:latin typeface="Calibri"/>
                <a:cs typeface="Calibri"/>
              </a:rPr>
              <a:t> </a:t>
            </a:r>
            <a:r>
              <a:rPr dirty="0" sz="450" spc="10">
                <a:latin typeface="Calibri"/>
                <a:cs typeface="Calibri"/>
              </a:rPr>
              <a:t>pracy</a:t>
            </a:r>
            <a:r>
              <a:rPr dirty="0" sz="450" spc="20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zdalnej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78001" y="840739"/>
            <a:ext cx="590550" cy="863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">
                <a:latin typeface="Calibri"/>
                <a:cs typeface="Calibri"/>
              </a:rPr>
              <a:t>Imię</a:t>
            </a:r>
            <a:r>
              <a:rPr dirty="0" sz="400" spc="20">
                <a:latin typeface="Calibri"/>
                <a:cs typeface="Calibri"/>
              </a:rPr>
              <a:t> </a:t>
            </a:r>
            <a:r>
              <a:rPr dirty="0" sz="400">
                <a:latin typeface="Calibri"/>
                <a:cs typeface="Calibri"/>
              </a:rPr>
              <a:t>i</a:t>
            </a:r>
            <a:r>
              <a:rPr dirty="0" sz="400" spc="30">
                <a:latin typeface="Calibri"/>
                <a:cs typeface="Calibri"/>
              </a:rPr>
              <a:t> </a:t>
            </a:r>
            <a:r>
              <a:rPr dirty="0" sz="400" spc="-10">
                <a:latin typeface="Calibri"/>
                <a:cs typeface="Calibri"/>
              </a:rPr>
              <a:t>nazwisko</a:t>
            </a:r>
            <a:r>
              <a:rPr dirty="0" sz="400" spc="10">
                <a:latin typeface="Calibri"/>
                <a:cs typeface="Calibri"/>
              </a:rPr>
              <a:t> </a:t>
            </a:r>
            <a:r>
              <a:rPr dirty="0" sz="400" spc="-10">
                <a:latin typeface="Calibri"/>
                <a:cs typeface="Calibri"/>
              </a:rPr>
              <a:t>pracownika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904796" y="870076"/>
            <a:ext cx="998219" cy="1060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00" b="1">
                <a:latin typeface="Calibri"/>
                <a:cs typeface="Calibri"/>
              </a:rPr>
              <a:t>Ewidencja</a:t>
            </a:r>
            <a:r>
              <a:rPr dirty="0" sz="500" spc="130" b="1">
                <a:latin typeface="Calibri"/>
                <a:cs typeface="Calibri"/>
              </a:rPr>
              <a:t> </a:t>
            </a:r>
            <a:r>
              <a:rPr dirty="0" sz="500" b="1">
                <a:latin typeface="Calibri"/>
                <a:cs typeface="Calibri"/>
              </a:rPr>
              <a:t>czynności</a:t>
            </a:r>
            <a:r>
              <a:rPr dirty="0" sz="500" spc="130" b="1">
                <a:latin typeface="Calibri"/>
                <a:cs typeface="Calibri"/>
              </a:rPr>
              <a:t> </a:t>
            </a:r>
            <a:r>
              <a:rPr dirty="0" sz="500" b="1">
                <a:latin typeface="Calibri"/>
                <a:cs typeface="Calibri"/>
              </a:rPr>
              <a:t>pracy</a:t>
            </a:r>
            <a:r>
              <a:rPr dirty="0" sz="500" spc="145" b="1">
                <a:latin typeface="Calibri"/>
                <a:cs typeface="Calibri"/>
              </a:rPr>
              <a:t> </a:t>
            </a:r>
            <a:r>
              <a:rPr dirty="0" sz="500" spc="-10" b="1">
                <a:latin typeface="Calibri"/>
                <a:cs typeface="Calibri"/>
              </a:rPr>
              <a:t>zdalnej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39952" y="1058391"/>
            <a:ext cx="3331210" cy="3441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90"/>
              </a:spcBef>
            </a:pPr>
            <a:r>
              <a:rPr dirty="0" sz="450">
                <a:latin typeface="Calibri"/>
                <a:cs typeface="Calibri"/>
              </a:rPr>
              <a:t>W</a:t>
            </a:r>
            <a:r>
              <a:rPr dirty="0" sz="450" spc="50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związku</a:t>
            </a:r>
            <a:r>
              <a:rPr dirty="0" sz="450" spc="70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z</a:t>
            </a:r>
            <a:r>
              <a:rPr dirty="0" sz="450" spc="65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poleceniem</a:t>
            </a:r>
            <a:r>
              <a:rPr dirty="0" sz="450" spc="70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prowadzenia</a:t>
            </a:r>
            <a:r>
              <a:rPr dirty="0" sz="450" spc="55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ewidencji</a:t>
            </a:r>
            <a:r>
              <a:rPr dirty="0" sz="450" spc="35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pracy</a:t>
            </a:r>
            <a:r>
              <a:rPr dirty="0" sz="450" spc="75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zdalnej</a:t>
            </a:r>
            <a:r>
              <a:rPr dirty="0" sz="450" spc="75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na</a:t>
            </a:r>
            <a:r>
              <a:rPr dirty="0" sz="450" spc="55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podstawie</a:t>
            </a:r>
            <a:r>
              <a:rPr dirty="0" sz="450" spc="40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art.</a:t>
            </a:r>
            <a:r>
              <a:rPr dirty="0" sz="450" spc="70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3</a:t>
            </a:r>
            <a:r>
              <a:rPr dirty="0" sz="450" spc="30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ust.</a:t>
            </a:r>
            <a:r>
              <a:rPr dirty="0" sz="450" spc="70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7</a:t>
            </a:r>
            <a:r>
              <a:rPr dirty="0" sz="450" spc="30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w</a:t>
            </a:r>
            <a:r>
              <a:rPr dirty="0" sz="450" spc="30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związku</a:t>
            </a:r>
            <a:r>
              <a:rPr dirty="0" sz="450" spc="70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z</a:t>
            </a:r>
            <a:r>
              <a:rPr dirty="0" sz="450" spc="60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ust.</a:t>
            </a:r>
            <a:r>
              <a:rPr dirty="0" sz="450" spc="70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6</a:t>
            </a:r>
            <a:r>
              <a:rPr dirty="0" sz="450" spc="30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ustawy</a:t>
            </a:r>
            <a:r>
              <a:rPr dirty="0" sz="450" spc="70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z</a:t>
            </a:r>
            <a:r>
              <a:rPr dirty="0" sz="450" spc="65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dnia</a:t>
            </a:r>
            <a:r>
              <a:rPr dirty="0" sz="450" spc="55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02.03.2020</a:t>
            </a:r>
            <a:r>
              <a:rPr dirty="0" sz="450" spc="30">
                <a:latin typeface="Calibri"/>
                <a:cs typeface="Calibri"/>
              </a:rPr>
              <a:t> </a:t>
            </a:r>
            <a:r>
              <a:rPr dirty="0" sz="450" spc="-35">
                <a:latin typeface="Calibri"/>
                <a:cs typeface="Calibri"/>
              </a:rPr>
              <a:t>r.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 spc="10">
                <a:latin typeface="Calibri"/>
                <a:cs typeface="Calibri"/>
              </a:rPr>
              <a:t>o</a:t>
            </a:r>
            <a:r>
              <a:rPr dirty="0" sz="450" spc="25">
                <a:latin typeface="Calibri"/>
                <a:cs typeface="Calibri"/>
              </a:rPr>
              <a:t> </a:t>
            </a:r>
            <a:r>
              <a:rPr dirty="0" sz="450" spc="10">
                <a:latin typeface="Calibri"/>
                <a:cs typeface="Calibri"/>
              </a:rPr>
              <a:t>szczególnych</a:t>
            </a:r>
            <a:r>
              <a:rPr dirty="0" sz="450" spc="25">
                <a:latin typeface="Calibri"/>
                <a:cs typeface="Calibri"/>
              </a:rPr>
              <a:t> </a:t>
            </a:r>
            <a:r>
              <a:rPr dirty="0" sz="450" spc="10">
                <a:latin typeface="Calibri"/>
                <a:cs typeface="Calibri"/>
              </a:rPr>
              <a:t>rozwiązaniach</a:t>
            </a:r>
            <a:r>
              <a:rPr dirty="0" sz="450" spc="25">
                <a:latin typeface="Calibri"/>
                <a:cs typeface="Calibri"/>
              </a:rPr>
              <a:t> </a:t>
            </a:r>
            <a:r>
              <a:rPr dirty="0" sz="450" spc="10">
                <a:latin typeface="Calibri"/>
                <a:cs typeface="Calibri"/>
              </a:rPr>
              <a:t>związanych</a:t>
            </a:r>
            <a:r>
              <a:rPr dirty="0" sz="450" spc="30">
                <a:latin typeface="Calibri"/>
                <a:cs typeface="Calibri"/>
              </a:rPr>
              <a:t> </a:t>
            </a:r>
            <a:r>
              <a:rPr dirty="0" sz="450" spc="10">
                <a:latin typeface="Calibri"/>
                <a:cs typeface="Calibri"/>
              </a:rPr>
              <a:t>z</a:t>
            </a:r>
            <a:r>
              <a:rPr dirty="0" sz="450" spc="20">
                <a:latin typeface="Calibri"/>
                <a:cs typeface="Calibri"/>
              </a:rPr>
              <a:t> </a:t>
            </a:r>
            <a:r>
              <a:rPr dirty="0" sz="450" spc="10">
                <a:latin typeface="Calibri"/>
                <a:cs typeface="Calibri"/>
              </a:rPr>
              <a:t>zapobieganiem,</a:t>
            </a:r>
            <a:r>
              <a:rPr dirty="0" sz="450" spc="25">
                <a:latin typeface="Calibri"/>
                <a:cs typeface="Calibri"/>
              </a:rPr>
              <a:t> </a:t>
            </a:r>
            <a:r>
              <a:rPr dirty="0" sz="450" spc="10">
                <a:latin typeface="Calibri"/>
                <a:cs typeface="Calibri"/>
              </a:rPr>
              <a:t>przeciwdziałaniem</a:t>
            </a:r>
            <a:r>
              <a:rPr dirty="0" sz="450" spc="30">
                <a:latin typeface="Calibri"/>
                <a:cs typeface="Calibri"/>
              </a:rPr>
              <a:t> </a:t>
            </a:r>
            <a:r>
              <a:rPr dirty="0" sz="450" spc="10">
                <a:latin typeface="Calibri"/>
                <a:cs typeface="Calibri"/>
              </a:rPr>
              <a:t>i</a:t>
            </a:r>
            <a:r>
              <a:rPr dirty="0" sz="450">
                <a:latin typeface="Calibri"/>
                <a:cs typeface="Calibri"/>
              </a:rPr>
              <a:t> </a:t>
            </a:r>
            <a:r>
              <a:rPr dirty="0" sz="450" spc="10">
                <a:latin typeface="Calibri"/>
                <a:cs typeface="Calibri"/>
              </a:rPr>
              <a:t>zwalczaniem</a:t>
            </a:r>
            <a:r>
              <a:rPr dirty="0" sz="450" spc="25">
                <a:latin typeface="Calibri"/>
                <a:cs typeface="Calibri"/>
              </a:rPr>
              <a:t> </a:t>
            </a:r>
            <a:r>
              <a:rPr dirty="0" sz="450" spc="10">
                <a:latin typeface="Calibri"/>
                <a:cs typeface="Calibri"/>
              </a:rPr>
              <a:t>COVID-19,</a:t>
            </a:r>
            <a:r>
              <a:rPr dirty="0" sz="450" spc="30">
                <a:latin typeface="Calibri"/>
                <a:cs typeface="Calibri"/>
              </a:rPr>
              <a:t> </a:t>
            </a:r>
            <a:r>
              <a:rPr dirty="0" sz="450" spc="10">
                <a:latin typeface="Calibri"/>
                <a:cs typeface="Calibri"/>
              </a:rPr>
              <a:t>innych</a:t>
            </a:r>
            <a:r>
              <a:rPr dirty="0" sz="450" spc="25">
                <a:latin typeface="Calibri"/>
                <a:cs typeface="Calibri"/>
              </a:rPr>
              <a:t> </a:t>
            </a:r>
            <a:r>
              <a:rPr dirty="0" sz="450" spc="10">
                <a:latin typeface="Calibri"/>
                <a:cs typeface="Calibri"/>
              </a:rPr>
              <a:t>chorób</a:t>
            </a:r>
            <a:r>
              <a:rPr dirty="0" sz="450" spc="25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zakaźnych</a:t>
            </a:r>
            <a:r>
              <a:rPr dirty="0" sz="450" spc="500">
                <a:latin typeface="Calibri"/>
                <a:cs typeface="Calibri"/>
              </a:rPr>
              <a:t>  </a:t>
            </a:r>
            <a:r>
              <a:rPr dirty="0" sz="450" spc="10">
                <a:latin typeface="Calibri"/>
                <a:cs typeface="Calibri"/>
              </a:rPr>
              <a:t>oraz</a:t>
            </a:r>
            <a:r>
              <a:rPr dirty="0" sz="450" spc="35">
                <a:latin typeface="Calibri"/>
                <a:cs typeface="Calibri"/>
              </a:rPr>
              <a:t> </a:t>
            </a:r>
            <a:r>
              <a:rPr dirty="0" sz="450" spc="10">
                <a:latin typeface="Calibri"/>
                <a:cs typeface="Calibri"/>
              </a:rPr>
              <a:t>wywołanych</a:t>
            </a:r>
            <a:r>
              <a:rPr dirty="0" sz="450" spc="50">
                <a:latin typeface="Calibri"/>
                <a:cs typeface="Calibri"/>
              </a:rPr>
              <a:t> </a:t>
            </a:r>
            <a:r>
              <a:rPr dirty="0" sz="450" spc="10">
                <a:latin typeface="Calibri"/>
                <a:cs typeface="Calibri"/>
              </a:rPr>
              <a:t>nimi</a:t>
            </a:r>
            <a:r>
              <a:rPr dirty="0" sz="450" spc="15">
                <a:latin typeface="Calibri"/>
                <a:cs typeface="Calibri"/>
              </a:rPr>
              <a:t> </a:t>
            </a:r>
            <a:r>
              <a:rPr dirty="0" sz="450" spc="10">
                <a:latin typeface="Calibri"/>
                <a:cs typeface="Calibri"/>
              </a:rPr>
              <a:t>sytuacji</a:t>
            </a:r>
            <a:r>
              <a:rPr dirty="0" sz="450" spc="20">
                <a:latin typeface="Calibri"/>
                <a:cs typeface="Calibri"/>
              </a:rPr>
              <a:t> </a:t>
            </a:r>
            <a:r>
              <a:rPr dirty="0" sz="450" spc="10">
                <a:latin typeface="Calibri"/>
                <a:cs typeface="Calibri"/>
              </a:rPr>
              <a:t>kryzysowych</a:t>
            </a:r>
            <a:r>
              <a:rPr dirty="0" sz="450" spc="45">
                <a:latin typeface="Calibri"/>
                <a:cs typeface="Calibri"/>
              </a:rPr>
              <a:t> </a:t>
            </a:r>
            <a:r>
              <a:rPr dirty="0" sz="450" spc="10">
                <a:latin typeface="Calibri"/>
                <a:cs typeface="Calibri"/>
              </a:rPr>
              <a:t>(Dz.U.</a:t>
            </a:r>
            <a:r>
              <a:rPr dirty="0" sz="450" spc="45">
                <a:latin typeface="Calibri"/>
                <a:cs typeface="Calibri"/>
              </a:rPr>
              <a:t> </a:t>
            </a:r>
            <a:r>
              <a:rPr dirty="0" sz="450" spc="10">
                <a:latin typeface="Calibri"/>
                <a:cs typeface="Calibri"/>
              </a:rPr>
              <a:t>poz.</a:t>
            </a:r>
            <a:r>
              <a:rPr dirty="0" sz="450" spc="50">
                <a:latin typeface="Calibri"/>
                <a:cs typeface="Calibri"/>
              </a:rPr>
              <a:t> </a:t>
            </a:r>
            <a:r>
              <a:rPr dirty="0" sz="450" spc="10">
                <a:latin typeface="Calibri"/>
                <a:cs typeface="Calibri"/>
              </a:rPr>
              <a:t>374 ze</a:t>
            </a:r>
            <a:r>
              <a:rPr dirty="0" sz="450" spc="20">
                <a:latin typeface="Calibri"/>
                <a:cs typeface="Calibri"/>
              </a:rPr>
              <a:t> </a:t>
            </a:r>
            <a:r>
              <a:rPr dirty="0" sz="450" spc="10">
                <a:latin typeface="Calibri"/>
                <a:cs typeface="Calibri"/>
              </a:rPr>
              <a:t>zm.) przedkładam</a:t>
            </a:r>
            <a:r>
              <a:rPr dirty="0" sz="450" spc="45">
                <a:latin typeface="Calibri"/>
                <a:cs typeface="Calibri"/>
              </a:rPr>
              <a:t> </a:t>
            </a:r>
            <a:r>
              <a:rPr dirty="0" sz="450" spc="10">
                <a:latin typeface="Calibri"/>
                <a:cs typeface="Calibri"/>
              </a:rPr>
              <a:t>poniżej</a:t>
            </a:r>
            <a:r>
              <a:rPr dirty="0" sz="450" spc="55">
                <a:latin typeface="Calibri"/>
                <a:cs typeface="Calibri"/>
              </a:rPr>
              <a:t> </a:t>
            </a:r>
            <a:r>
              <a:rPr dirty="0" sz="450" spc="10">
                <a:latin typeface="Calibri"/>
                <a:cs typeface="Calibri"/>
              </a:rPr>
              <a:t>ewidencję</a:t>
            </a:r>
            <a:r>
              <a:rPr dirty="0" sz="450" spc="20">
                <a:latin typeface="Calibri"/>
                <a:cs typeface="Calibri"/>
              </a:rPr>
              <a:t> </a:t>
            </a:r>
            <a:r>
              <a:rPr dirty="0" sz="450" spc="10">
                <a:latin typeface="Calibri"/>
                <a:cs typeface="Calibri"/>
              </a:rPr>
              <a:t>wykonywanych</a:t>
            </a:r>
            <a:r>
              <a:rPr dirty="0" sz="450" spc="45">
                <a:latin typeface="Calibri"/>
                <a:cs typeface="Calibri"/>
              </a:rPr>
              <a:t> </a:t>
            </a:r>
            <a:r>
              <a:rPr dirty="0" sz="450" spc="10">
                <a:latin typeface="Calibri"/>
                <a:cs typeface="Calibri"/>
              </a:rPr>
              <a:t>czynności</a:t>
            </a:r>
            <a:r>
              <a:rPr dirty="0" sz="450" spc="20">
                <a:latin typeface="Calibri"/>
                <a:cs typeface="Calibri"/>
              </a:rPr>
              <a:t> </a:t>
            </a:r>
            <a:r>
              <a:rPr dirty="0" sz="450" spc="-20">
                <a:latin typeface="Calibri"/>
                <a:cs typeface="Calibri"/>
              </a:rPr>
              <a:t>pracy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zdalnej.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40079" y="1612010"/>
            <a:ext cx="494665" cy="255904"/>
          </a:xfrm>
          <a:custGeom>
            <a:avLst/>
            <a:gdLst/>
            <a:ahLst/>
            <a:cxnLst/>
            <a:rect l="l" t="t" r="r" b="b"/>
            <a:pathLst>
              <a:path w="494665" h="255905">
                <a:moveTo>
                  <a:pt x="494538" y="0"/>
                </a:moveTo>
                <a:lnTo>
                  <a:pt x="0" y="0"/>
                </a:lnTo>
                <a:lnTo>
                  <a:pt x="0" y="255650"/>
                </a:lnTo>
                <a:lnTo>
                  <a:pt x="494538" y="255650"/>
                </a:lnTo>
                <a:lnTo>
                  <a:pt x="494538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764844" y="1688718"/>
            <a:ext cx="254000" cy="99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50" spc="-10">
                <a:latin typeface="Calibri"/>
                <a:cs typeface="Calibri"/>
              </a:rPr>
              <a:t>8/1/2026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964435" y="1612010"/>
            <a:ext cx="494665" cy="255904"/>
          </a:xfrm>
          <a:custGeom>
            <a:avLst/>
            <a:gdLst/>
            <a:ahLst/>
            <a:cxnLst/>
            <a:rect l="l" t="t" r="r" b="b"/>
            <a:pathLst>
              <a:path w="494664" h="255905">
                <a:moveTo>
                  <a:pt x="494537" y="0"/>
                </a:moveTo>
                <a:lnTo>
                  <a:pt x="0" y="0"/>
                </a:lnTo>
                <a:lnTo>
                  <a:pt x="0" y="255650"/>
                </a:lnTo>
                <a:lnTo>
                  <a:pt x="494537" y="255650"/>
                </a:lnTo>
                <a:lnTo>
                  <a:pt x="494537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2032622" y="1641220"/>
            <a:ext cx="361315" cy="18986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 indent="16510">
              <a:lnSpc>
                <a:spcPct val="110000"/>
              </a:lnSpc>
              <a:spcBef>
                <a:spcPts val="65"/>
              </a:spcBef>
            </a:pPr>
            <a:r>
              <a:rPr dirty="0" sz="500" spc="-10">
                <a:latin typeface="Times New Roman"/>
                <a:cs typeface="Times New Roman"/>
              </a:rPr>
              <a:t>parkingów,</a:t>
            </a:r>
            <a:r>
              <a:rPr dirty="0" sz="500" spc="50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uzupełnianie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059863" y="1808860"/>
            <a:ext cx="306705" cy="1060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00" spc="-10">
                <a:latin typeface="Times New Roman"/>
                <a:cs typeface="Times New Roman"/>
              </a:rPr>
              <a:t>systemów,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454782" y="1612010"/>
            <a:ext cx="654050" cy="255904"/>
          </a:xfrm>
          <a:custGeom>
            <a:avLst/>
            <a:gdLst/>
            <a:ahLst/>
            <a:cxnLst/>
            <a:rect l="l" t="t" r="r" b="b"/>
            <a:pathLst>
              <a:path w="654050" h="255905">
                <a:moveTo>
                  <a:pt x="653795" y="0"/>
                </a:moveTo>
                <a:lnTo>
                  <a:pt x="0" y="0"/>
                </a:lnTo>
                <a:lnTo>
                  <a:pt x="0" y="255650"/>
                </a:lnTo>
                <a:lnTo>
                  <a:pt x="653795" y="255650"/>
                </a:lnTo>
                <a:lnTo>
                  <a:pt x="653795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2525064" y="1603222"/>
            <a:ext cx="514350" cy="2647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2700" marR="5080">
              <a:lnSpc>
                <a:spcPct val="116100"/>
              </a:lnSpc>
              <a:spcBef>
                <a:spcPts val="90"/>
              </a:spcBef>
            </a:pPr>
            <a:r>
              <a:rPr dirty="0" sz="450">
                <a:latin typeface="Calibri"/>
                <a:cs typeface="Calibri"/>
              </a:rPr>
              <a:t>Speed,</a:t>
            </a:r>
            <a:r>
              <a:rPr dirty="0" sz="450" spc="85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teams,</a:t>
            </a:r>
            <a:r>
              <a:rPr dirty="0" sz="450" spc="85">
                <a:latin typeface="Calibri"/>
                <a:cs typeface="Calibri"/>
              </a:rPr>
              <a:t> </a:t>
            </a:r>
            <a:r>
              <a:rPr dirty="0" sz="450" spc="-25">
                <a:latin typeface="Calibri"/>
                <a:cs typeface="Calibri"/>
              </a:rPr>
              <a:t>tx,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 spc="10">
                <a:latin typeface="Calibri"/>
                <a:cs typeface="Calibri"/>
              </a:rPr>
              <a:t>whatsapp,</a:t>
            </a:r>
            <a:r>
              <a:rPr dirty="0" sz="450" spc="45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outlook,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telefon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640079" y="1863470"/>
            <a:ext cx="494665" cy="323215"/>
          </a:xfrm>
          <a:custGeom>
            <a:avLst/>
            <a:gdLst/>
            <a:ahLst/>
            <a:cxnLst/>
            <a:rect l="l" t="t" r="r" b="b"/>
            <a:pathLst>
              <a:path w="494665" h="323214">
                <a:moveTo>
                  <a:pt x="494538" y="0"/>
                </a:moveTo>
                <a:lnTo>
                  <a:pt x="0" y="0"/>
                </a:lnTo>
                <a:lnTo>
                  <a:pt x="0" y="322706"/>
                </a:lnTo>
                <a:lnTo>
                  <a:pt x="494538" y="322706"/>
                </a:lnTo>
                <a:lnTo>
                  <a:pt x="494538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764844" y="1973706"/>
            <a:ext cx="254000" cy="99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50" spc="-10">
                <a:latin typeface="Calibri"/>
                <a:cs typeface="Calibri"/>
              </a:rPr>
              <a:t>8/2/2026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964436" y="1863480"/>
            <a:ext cx="1144270" cy="323215"/>
          </a:xfrm>
          <a:custGeom>
            <a:avLst/>
            <a:gdLst/>
            <a:ahLst/>
            <a:cxnLst/>
            <a:rect l="l" t="t" r="r" b="b"/>
            <a:pathLst>
              <a:path w="1144270" h="323214">
                <a:moveTo>
                  <a:pt x="1144143" y="0"/>
                </a:moveTo>
                <a:lnTo>
                  <a:pt x="494538" y="0"/>
                </a:lnTo>
                <a:lnTo>
                  <a:pt x="490347" y="0"/>
                </a:lnTo>
                <a:lnTo>
                  <a:pt x="0" y="0"/>
                </a:lnTo>
                <a:lnTo>
                  <a:pt x="0" y="322707"/>
                </a:lnTo>
                <a:lnTo>
                  <a:pt x="490347" y="322707"/>
                </a:lnTo>
                <a:lnTo>
                  <a:pt x="494538" y="322707"/>
                </a:lnTo>
                <a:lnTo>
                  <a:pt x="1144143" y="322707"/>
                </a:lnTo>
                <a:lnTo>
                  <a:pt x="1144143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2525064" y="1888210"/>
            <a:ext cx="514350" cy="2647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2700" marR="5080">
              <a:lnSpc>
                <a:spcPct val="116100"/>
              </a:lnSpc>
              <a:spcBef>
                <a:spcPts val="90"/>
              </a:spcBef>
            </a:pPr>
            <a:r>
              <a:rPr dirty="0" sz="450">
                <a:latin typeface="Calibri"/>
                <a:cs typeface="Calibri"/>
              </a:rPr>
              <a:t>Speed,</a:t>
            </a:r>
            <a:r>
              <a:rPr dirty="0" sz="450" spc="85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teams,</a:t>
            </a:r>
            <a:r>
              <a:rPr dirty="0" sz="450" spc="85">
                <a:latin typeface="Calibri"/>
                <a:cs typeface="Calibri"/>
              </a:rPr>
              <a:t> </a:t>
            </a:r>
            <a:r>
              <a:rPr dirty="0" sz="450" spc="-25">
                <a:latin typeface="Calibri"/>
                <a:cs typeface="Calibri"/>
              </a:rPr>
              <a:t>tx,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 spc="10">
                <a:latin typeface="Calibri"/>
                <a:cs typeface="Calibri"/>
              </a:rPr>
              <a:t>whatsapp,</a:t>
            </a:r>
            <a:r>
              <a:rPr dirty="0" sz="450" spc="45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outlook,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telefon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64844" y="2292222"/>
            <a:ext cx="254000" cy="99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50" spc="-10">
                <a:latin typeface="Calibri"/>
                <a:cs typeface="Calibri"/>
              </a:rPr>
              <a:t>8/3/2026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032622" y="1842388"/>
            <a:ext cx="361315" cy="42481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algn="just" marL="12700" marR="5080" indent="3810">
              <a:lnSpc>
                <a:spcPct val="110000"/>
              </a:lnSpc>
              <a:spcBef>
                <a:spcPts val="65"/>
              </a:spcBef>
            </a:pPr>
            <a:r>
              <a:rPr dirty="0" sz="500" spc="-10">
                <a:latin typeface="Times New Roman"/>
                <a:cs typeface="Times New Roman"/>
              </a:rPr>
              <a:t>bookowanie</a:t>
            </a:r>
            <a:r>
              <a:rPr dirty="0" sz="500" spc="50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parkingów,</a:t>
            </a:r>
            <a:r>
              <a:rPr dirty="0" sz="500" spc="50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uzupełnianie</a:t>
            </a:r>
            <a:endParaRPr sz="500">
              <a:latin typeface="Times New Roman"/>
              <a:cs typeface="Times New Roman"/>
            </a:endParaRPr>
          </a:p>
          <a:p>
            <a:pPr marL="16510" marR="8890" indent="22860">
              <a:lnSpc>
                <a:spcPts val="530"/>
              </a:lnSpc>
              <a:spcBef>
                <a:spcPts val="135"/>
              </a:spcBef>
            </a:pPr>
            <a:r>
              <a:rPr dirty="0" sz="500" spc="-10">
                <a:latin typeface="Times New Roman"/>
                <a:cs typeface="Times New Roman"/>
              </a:rPr>
              <a:t>systemów,</a:t>
            </a:r>
            <a:r>
              <a:rPr dirty="0" sz="500" spc="50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bookowanie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032622" y="2244724"/>
            <a:ext cx="361315" cy="27368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algn="just" marL="12700" marR="5080" indent="16510">
              <a:lnSpc>
                <a:spcPct val="110000"/>
              </a:lnSpc>
              <a:spcBef>
                <a:spcPts val="65"/>
              </a:spcBef>
            </a:pPr>
            <a:r>
              <a:rPr dirty="0" sz="500" spc="-10">
                <a:latin typeface="Times New Roman"/>
                <a:cs typeface="Times New Roman"/>
              </a:rPr>
              <a:t>parkingów,</a:t>
            </a:r>
            <a:r>
              <a:rPr dirty="0" sz="500" spc="50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uzupełnianie</a:t>
            </a:r>
            <a:r>
              <a:rPr dirty="0" sz="500" spc="50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systemów,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525064" y="2206727"/>
            <a:ext cx="514350" cy="2647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2700" marR="5080">
              <a:lnSpc>
                <a:spcPct val="116100"/>
              </a:lnSpc>
              <a:spcBef>
                <a:spcPts val="90"/>
              </a:spcBef>
            </a:pPr>
            <a:r>
              <a:rPr dirty="0" sz="450">
                <a:latin typeface="Calibri"/>
                <a:cs typeface="Calibri"/>
              </a:rPr>
              <a:t>Speed,</a:t>
            </a:r>
            <a:r>
              <a:rPr dirty="0" sz="450" spc="85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teams,</a:t>
            </a:r>
            <a:r>
              <a:rPr dirty="0" sz="450" spc="85">
                <a:latin typeface="Calibri"/>
                <a:cs typeface="Calibri"/>
              </a:rPr>
              <a:t> </a:t>
            </a:r>
            <a:r>
              <a:rPr dirty="0" sz="450" spc="-25">
                <a:latin typeface="Calibri"/>
                <a:cs typeface="Calibri"/>
              </a:rPr>
              <a:t>tx,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 spc="10">
                <a:latin typeface="Calibri"/>
                <a:cs typeface="Calibri"/>
              </a:rPr>
              <a:t>whatsapp,</a:t>
            </a:r>
            <a:r>
              <a:rPr dirty="0" sz="450" spc="45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outlook,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telefon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64844" y="2577210"/>
            <a:ext cx="254000" cy="99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50" spc="-10">
                <a:latin typeface="Calibri"/>
                <a:cs typeface="Calibri"/>
              </a:rPr>
              <a:t>8/4/2026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032622" y="2529712"/>
            <a:ext cx="361315" cy="27368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algn="just" marL="12700" marR="5080" indent="16510">
              <a:lnSpc>
                <a:spcPct val="110000"/>
              </a:lnSpc>
              <a:spcBef>
                <a:spcPts val="65"/>
              </a:spcBef>
            </a:pPr>
            <a:r>
              <a:rPr dirty="0" sz="500" spc="-10">
                <a:latin typeface="Times New Roman"/>
                <a:cs typeface="Times New Roman"/>
              </a:rPr>
              <a:t>parkingów,</a:t>
            </a:r>
            <a:r>
              <a:rPr dirty="0" sz="500" spc="50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uzupełnianie</a:t>
            </a:r>
            <a:r>
              <a:rPr dirty="0" sz="500" spc="50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systemów,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525064" y="2491713"/>
            <a:ext cx="514350" cy="2647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2700" marR="5080">
              <a:lnSpc>
                <a:spcPct val="116100"/>
              </a:lnSpc>
              <a:spcBef>
                <a:spcPts val="90"/>
              </a:spcBef>
            </a:pPr>
            <a:r>
              <a:rPr dirty="0" sz="450">
                <a:latin typeface="Calibri"/>
                <a:cs typeface="Calibri"/>
              </a:rPr>
              <a:t>Speed,</a:t>
            </a:r>
            <a:r>
              <a:rPr dirty="0" sz="450" spc="85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teams,</a:t>
            </a:r>
            <a:r>
              <a:rPr dirty="0" sz="450" spc="85">
                <a:latin typeface="Calibri"/>
                <a:cs typeface="Calibri"/>
              </a:rPr>
              <a:t> </a:t>
            </a:r>
            <a:r>
              <a:rPr dirty="0" sz="450" spc="-25">
                <a:latin typeface="Calibri"/>
                <a:cs typeface="Calibri"/>
              </a:rPr>
              <a:t>tx,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 spc="10">
                <a:latin typeface="Calibri"/>
                <a:cs typeface="Calibri"/>
              </a:rPr>
              <a:t>whatsapp,</a:t>
            </a:r>
            <a:r>
              <a:rPr dirty="0" sz="450" spc="45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outlook,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telefon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64844" y="2828670"/>
            <a:ext cx="254000" cy="99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50" spc="-10">
                <a:latin typeface="Calibri"/>
                <a:cs typeface="Calibri"/>
              </a:rPr>
              <a:t>8/5/2026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1964435" y="2751962"/>
            <a:ext cx="494665" cy="255904"/>
          </a:xfrm>
          <a:custGeom>
            <a:avLst/>
            <a:gdLst/>
            <a:ahLst/>
            <a:cxnLst/>
            <a:rect l="l" t="t" r="r" b="b"/>
            <a:pathLst>
              <a:path w="494664" h="255905">
                <a:moveTo>
                  <a:pt x="494537" y="0"/>
                </a:moveTo>
                <a:lnTo>
                  <a:pt x="0" y="0"/>
                </a:lnTo>
                <a:lnTo>
                  <a:pt x="0" y="255650"/>
                </a:lnTo>
                <a:lnTo>
                  <a:pt x="494537" y="255650"/>
                </a:lnTo>
                <a:lnTo>
                  <a:pt x="49453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2032622" y="2781172"/>
            <a:ext cx="361315" cy="27368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algn="just" marL="12700" marR="5080" indent="16510">
              <a:lnSpc>
                <a:spcPct val="110000"/>
              </a:lnSpc>
              <a:spcBef>
                <a:spcPts val="65"/>
              </a:spcBef>
            </a:pPr>
            <a:r>
              <a:rPr dirty="0" sz="500" spc="-10">
                <a:latin typeface="Times New Roman"/>
                <a:cs typeface="Times New Roman"/>
              </a:rPr>
              <a:t>parkingów,</a:t>
            </a:r>
            <a:r>
              <a:rPr dirty="0" sz="500" spc="50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uzupełnianie</a:t>
            </a:r>
            <a:r>
              <a:rPr dirty="0" sz="500" spc="50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systemów,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525064" y="2743175"/>
            <a:ext cx="514350" cy="2647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2700" marR="5080">
              <a:lnSpc>
                <a:spcPct val="116100"/>
              </a:lnSpc>
              <a:spcBef>
                <a:spcPts val="90"/>
              </a:spcBef>
            </a:pPr>
            <a:r>
              <a:rPr dirty="0" sz="450">
                <a:latin typeface="Calibri"/>
                <a:cs typeface="Calibri"/>
              </a:rPr>
              <a:t>Speed,</a:t>
            </a:r>
            <a:r>
              <a:rPr dirty="0" sz="450" spc="85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teams,</a:t>
            </a:r>
            <a:r>
              <a:rPr dirty="0" sz="450" spc="85">
                <a:latin typeface="Calibri"/>
                <a:cs typeface="Calibri"/>
              </a:rPr>
              <a:t> </a:t>
            </a:r>
            <a:r>
              <a:rPr dirty="0" sz="450" spc="-25">
                <a:latin typeface="Calibri"/>
                <a:cs typeface="Calibri"/>
              </a:rPr>
              <a:t>tx,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 spc="10">
                <a:latin typeface="Calibri"/>
                <a:cs typeface="Calibri"/>
              </a:rPr>
              <a:t>whatsapp,</a:t>
            </a:r>
            <a:r>
              <a:rPr dirty="0" sz="450" spc="45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outlook,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telefon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64844" y="3071748"/>
            <a:ext cx="254000" cy="99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50" spc="-10">
                <a:latin typeface="Calibri"/>
                <a:cs typeface="Calibri"/>
              </a:rPr>
              <a:t>8/6/2026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1964435" y="3003422"/>
            <a:ext cx="494665" cy="243204"/>
          </a:xfrm>
          <a:custGeom>
            <a:avLst/>
            <a:gdLst/>
            <a:ahLst/>
            <a:cxnLst/>
            <a:rect l="l" t="t" r="r" b="b"/>
            <a:pathLst>
              <a:path w="494664" h="243205">
                <a:moveTo>
                  <a:pt x="494537" y="0"/>
                </a:moveTo>
                <a:lnTo>
                  <a:pt x="0" y="0"/>
                </a:lnTo>
                <a:lnTo>
                  <a:pt x="0" y="243077"/>
                </a:lnTo>
                <a:lnTo>
                  <a:pt x="494537" y="243077"/>
                </a:lnTo>
                <a:lnTo>
                  <a:pt x="49453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 txBox="1"/>
          <p:nvPr/>
        </p:nvSpPr>
        <p:spPr>
          <a:xfrm>
            <a:off x="2032622" y="3024250"/>
            <a:ext cx="361315" cy="18986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 indent="16510">
              <a:lnSpc>
                <a:spcPct val="110000"/>
              </a:lnSpc>
              <a:spcBef>
                <a:spcPts val="65"/>
              </a:spcBef>
            </a:pPr>
            <a:r>
              <a:rPr dirty="0" sz="500" spc="-10">
                <a:latin typeface="Times New Roman"/>
                <a:cs typeface="Times New Roman"/>
              </a:rPr>
              <a:t>parkingów,</a:t>
            </a:r>
            <a:r>
              <a:rPr dirty="0" sz="500" spc="50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uzupełnianie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525064" y="2986251"/>
            <a:ext cx="514350" cy="2647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2700" marR="5080">
              <a:lnSpc>
                <a:spcPct val="116100"/>
              </a:lnSpc>
              <a:spcBef>
                <a:spcPts val="90"/>
              </a:spcBef>
            </a:pPr>
            <a:r>
              <a:rPr dirty="0" sz="450">
                <a:latin typeface="Calibri"/>
                <a:cs typeface="Calibri"/>
              </a:rPr>
              <a:t>Speed,</a:t>
            </a:r>
            <a:r>
              <a:rPr dirty="0" sz="450" spc="85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teams,</a:t>
            </a:r>
            <a:r>
              <a:rPr dirty="0" sz="450" spc="85">
                <a:latin typeface="Calibri"/>
                <a:cs typeface="Calibri"/>
              </a:rPr>
              <a:t> </a:t>
            </a:r>
            <a:r>
              <a:rPr dirty="0" sz="450" spc="-25">
                <a:latin typeface="Calibri"/>
                <a:cs typeface="Calibri"/>
              </a:rPr>
              <a:t>tx,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 spc="10">
                <a:latin typeface="Calibri"/>
                <a:cs typeface="Calibri"/>
              </a:rPr>
              <a:t>whatsapp,</a:t>
            </a:r>
            <a:r>
              <a:rPr dirty="0" sz="450" spc="45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outlook,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telefon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64844" y="3319017"/>
            <a:ext cx="254000" cy="99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50" spc="-10">
                <a:latin typeface="Calibri"/>
                <a:cs typeface="Calibri"/>
              </a:rPr>
              <a:t>8/7/2026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032622" y="3271520"/>
            <a:ext cx="361315" cy="27368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algn="just" marL="12700" marR="5080" indent="16510">
              <a:lnSpc>
                <a:spcPct val="110000"/>
              </a:lnSpc>
              <a:spcBef>
                <a:spcPts val="65"/>
              </a:spcBef>
            </a:pPr>
            <a:r>
              <a:rPr dirty="0" sz="500" spc="-10">
                <a:latin typeface="Times New Roman"/>
                <a:cs typeface="Times New Roman"/>
              </a:rPr>
              <a:t>parkingów,</a:t>
            </a:r>
            <a:r>
              <a:rPr dirty="0" sz="500" spc="50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uzupełnianie</a:t>
            </a:r>
            <a:r>
              <a:rPr dirty="0" sz="500" spc="50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systemów,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525064" y="3233521"/>
            <a:ext cx="514350" cy="2647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2700" marR="5080">
              <a:lnSpc>
                <a:spcPct val="116100"/>
              </a:lnSpc>
              <a:spcBef>
                <a:spcPts val="90"/>
              </a:spcBef>
            </a:pPr>
            <a:r>
              <a:rPr dirty="0" sz="450">
                <a:latin typeface="Calibri"/>
                <a:cs typeface="Calibri"/>
              </a:rPr>
              <a:t>Speed,</a:t>
            </a:r>
            <a:r>
              <a:rPr dirty="0" sz="450" spc="85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teams,</a:t>
            </a:r>
            <a:r>
              <a:rPr dirty="0" sz="450" spc="85">
                <a:latin typeface="Calibri"/>
                <a:cs typeface="Calibri"/>
              </a:rPr>
              <a:t> </a:t>
            </a:r>
            <a:r>
              <a:rPr dirty="0" sz="450" spc="-25">
                <a:latin typeface="Calibri"/>
                <a:cs typeface="Calibri"/>
              </a:rPr>
              <a:t>tx,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 spc="10">
                <a:latin typeface="Calibri"/>
                <a:cs typeface="Calibri"/>
              </a:rPr>
              <a:t>whatsapp,</a:t>
            </a:r>
            <a:r>
              <a:rPr dirty="0" sz="450" spc="45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outlook,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telefon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640079" y="3493769"/>
            <a:ext cx="494665" cy="243204"/>
          </a:xfrm>
          <a:custGeom>
            <a:avLst/>
            <a:gdLst/>
            <a:ahLst/>
            <a:cxnLst/>
            <a:rect l="l" t="t" r="r" b="b"/>
            <a:pathLst>
              <a:path w="494665" h="243204">
                <a:moveTo>
                  <a:pt x="494538" y="0"/>
                </a:moveTo>
                <a:lnTo>
                  <a:pt x="0" y="0"/>
                </a:lnTo>
                <a:lnTo>
                  <a:pt x="0" y="243077"/>
                </a:lnTo>
                <a:lnTo>
                  <a:pt x="494538" y="243077"/>
                </a:lnTo>
                <a:lnTo>
                  <a:pt x="494538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764844" y="3562095"/>
            <a:ext cx="254000" cy="99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50" spc="-10">
                <a:latin typeface="Calibri"/>
                <a:cs typeface="Calibri"/>
              </a:rPr>
              <a:t>8/8/2026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1964436" y="3493779"/>
            <a:ext cx="1144270" cy="243204"/>
          </a:xfrm>
          <a:custGeom>
            <a:avLst/>
            <a:gdLst/>
            <a:ahLst/>
            <a:cxnLst/>
            <a:rect l="l" t="t" r="r" b="b"/>
            <a:pathLst>
              <a:path w="1144270" h="243204">
                <a:moveTo>
                  <a:pt x="1144143" y="0"/>
                </a:moveTo>
                <a:lnTo>
                  <a:pt x="494538" y="0"/>
                </a:lnTo>
                <a:lnTo>
                  <a:pt x="490347" y="0"/>
                </a:lnTo>
                <a:lnTo>
                  <a:pt x="0" y="0"/>
                </a:lnTo>
                <a:lnTo>
                  <a:pt x="0" y="243078"/>
                </a:lnTo>
                <a:lnTo>
                  <a:pt x="490347" y="243078"/>
                </a:lnTo>
                <a:lnTo>
                  <a:pt x="494538" y="243078"/>
                </a:lnTo>
                <a:lnTo>
                  <a:pt x="1144143" y="243078"/>
                </a:lnTo>
                <a:lnTo>
                  <a:pt x="1144143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 txBox="1"/>
          <p:nvPr/>
        </p:nvSpPr>
        <p:spPr>
          <a:xfrm>
            <a:off x="2525064" y="3476599"/>
            <a:ext cx="514350" cy="2647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2700" marR="5080">
              <a:lnSpc>
                <a:spcPct val="116100"/>
              </a:lnSpc>
              <a:spcBef>
                <a:spcPts val="90"/>
              </a:spcBef>
            </a:pPr>
            <a:r>
              <a:rPr dirty="0" sz="450">
                <a:latin typeface="Calibri"/>
                <a:cs typeface="Calibri"/>
              </a:rPr>
              <a:t>Speed,</a:t>
            </a:r>
            <a:r>
              <a:rPr dirty="0" sz="450" spc="85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teams,</a:t>
            </a:r>
            <a:r>
              <a:rPr dirty="0" sz="450" spc="85">
                <a:latin typeface="Calibri"/>
                <a:cs typeface="Calibri"/>
              </a:rPr>
              <a:t> </a:t>
            </a:r>
            <a:r>
              <a:rPr dirty="0" sz="450" spc="-25">
                <a:latin typeface="Calibri"/>
                <a:cs typeface="Calibri"/>
              </a:rPr>
              <a:t>tx,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 spc="10">
                <a:latin typeface="Calibri"/>
                <a:cs typeface="Calibri"/>
              </a:rPr>
              <a:t>whatsapp,</a:t>
            </a:r>
            <a:r>
              <a:rPr dirty="0" sz="450" spc="45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outlook,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telefon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640079" y="3732656"/>
            <a:ext cx="494665" cy="323215"/>
          </a:xfrm>
          <a:custGeom>
            <a:avLst/>
            <a:gdLst/>
            <a:ahLst/>
            <a:cxnLst/>
            <a:rect l="l" t="t" r="r" b="b"/>
            <a:pathLst>
              <a:path w="494665" h="323214">
                <a:moveTo>
                  <a:pt x="494538" y="0"/>
                </a:moveTo>
                <a:lnTo>
                  <a:pt x="0" y="0"/>
                </a:lnTo>
                <a:lnTo>
                  <a:pt x="0" y="322707"/>
                </a:lnTo>
                <a:lnTo>
                  <a:pt x="494538" y="322707"/>
                </a:lnTo>
                <a:lnTo>
                  <a:pt x="494538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 txBox="1"/>
          <p:nvPr/>
        </p:nvSpPr>
        <p:spPr>
          <a:xfrm>
            <a:off x="764844" y="3842892"/>
            <a:ext cx="254000" cy="99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50" spc="-10">
                <a:latin typeface="Calibri"/>
                <a:cs typeface="Calibri"/>
              </a:rPr>
              <a:t>8/9/2026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1964435" y="3732656"/>
            <a:ext cx="494665" cy="323215"/>
          </a:xfrm>
          <a:custGeom>
            <a:avLst/>
            <a:gdLst/>
            <a:ahLst/>
            <a:cxnLst/>
            <a:rect l="l" t="t" r="r" b="b"/>
            <a:pathLst>
              <a:path w="494664" h="323214">
                <a:moveTo>
                  <a:pt x="494537" y="0"/>
                </a:moveTo>
                <a:lnTo>
                  <a:pt x="0" y="0"/>
                </a:lnTo>
                <a:lnTo>
                  <a:pt x="0" y="322707"/>
                </a:lnTo>
                <a:lnTo>
                  <a:pt x="494537" y="322707"/>
                </a:lnTo>
                <a:lnTo>
                  <a:pt x="494537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 txBox="1"/>
          <p:nvPr/>
        </p:nvSpPr>
        <p:spPr>
          <a:xfrm>
            <a:off x="2032622" y="3514597"/>
            <a:ext cx="361315" cy="30289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 indent="16510">
              <a:lnSpc>
                <a:spcPct val="110000"/>
              </a:lnSpc>
              <a:spcBef>
                <a:spcPts val="65"/>
              </a:spcBef>
            </a:pPr>
            <a:r>
              <a:rPr dirty="0" sz="500" spc="-10">
                <a:latin typeface="Times New Roman"/>
                <a:cs typeface="Times New Roman"/>
              </a:rPr>
              <a:t>parkingów,</a:t>
            </a:r>
            <a:r>
              <a:rPr dirty="0" sz="500" spc="50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uzupełnianie</a:t>
            </a:r>
            <a:endParaRPr sz="500">
              <a:latin typeface="Times New Roman"/>
              <a:cs typeface="Times New Roman"/>
            </a:endParaRPr>
          </a:p>
          <a:p>
            <a:pPr marL="16510">
              <a:lnSpc>
                <a:spcPct val="100000"/>
              </a:lnSpc>
              <a:spcBef>
                <a:spcPts val="290"/>
              </a:spcBef>
            </a:pPr>
            <a:r>
              <a:rPr dirty="0" sz="500" spc="-10">
                <a:latin typeface="Times New Roman"/>
                <a:cs typeface="Times New Roman"/>
              </a:rPr>
              <a:t>bookowanie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2454782" y="3732656"/>
            <a:ext cx="654050" cy="323215"/>
          </a:xfrm>
          <a:custGeom>
            <a:avLst/>
            <a:gdLst/>
            <a:ahLst/>
            <a:cxnLst/>
            <a:rect l="l" t="t" r="r" b="b"/>
            <a:pathLst>
              <a:path w="654050" h="323214">
                <a:moveTo>
                  <a:pt x="653795" y="0"/>
                </a:moveTo>
                <a:lnTo>
                  <a:pt x="0" y="0"/>
                </a:lnTo>
                <a:lnTo>
                  <a:pt x="0" y="322707"/>
                </a:lnTo>
                <a:lnTo>
                  <a:pt x="653795" y="322707"/>
                </a:lnTo>
                <a:lnTo>
                  <a:pt x="653795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 txBox="1"/>
          <p:nvPr/>
        </p:nvSpPr>
        <p:spPr>
          <a:xfrm>
            <a:off x="2525064" y="3757395"/>
            <a:ext cx="514350" cy="2647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2700" marR="5080">
              <a:lnSpc>
                <a:spcPct val="116100"/>
              </a:lnSpc>
              <a:spcBef>
                <a:spcPts val="90"/>
              </a:spcBef>
            </a:pPr>
            <a:r>
              <a:rPr dirty="0" sz="450">
                <a:latin typeface="Calibri"/>
                <a:cs typeface="Calibri"/>
              </a:rPr>
              <a:t>Speed,</a:t>
            </a:r>
            <a:r>
              <a:rPr dirty="0" sz="450" spc="85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teams,</a:t>
            </a:r>
            <a:r>
              <a:rPr dirty="0" sz="450" spc="85">
                <a:latin typeface="Calibri"/>
                <a:cs typeface="Calibri"/>
              </a:rPr>
              <a:t> </a:t>
            </a:r>
            <a:r>
              <a:rPr dirty="0" sz="450" spc="-25">
                <a:latin typeface="Calibri"/>
                <a:cs typeface="Calibri"/>
              </a:rPr>
              <a:t>tx,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 spc="10">
                <a:latin typeface="Calibri"/>
                <a:cs typeface="Calibri"/>
              </a:rPr>
              <a:t>whatsapp,</a:t>
            </a:r>
            <a:r>
              <a:rPr dirty="0" sz="450" spc="45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outlook,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telefon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748080" y="4161408"/>
            <a:ext cx="283210" cy="99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50" spc="-10">
                <a:latin typeface="Calibri"/>
                <a:cs typeface="Calibri"/>
              </a:rPr>
              <a:t>8/10/2026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2032622" y="3795394"/>
            <a:ext cx="361315" cy="34099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 indent="16510">
              <a:lnSpc>
                <a:spcPct val="110000"/>
              </a:lnSpc>
              <a:spcBef>
                <a:spcPts val="65"/>
              </a:spcBef>
            </a:pPr>
            <a:r>
              <a:rPr dirty="0" sz="500" spc="-10">
                <a:latin typeface="Times New Roman"/>
                <a:cs typeface="Times New Roman"/>
              </a:rPr>
              <a:t>parkingów,</a:t>
            </a:r>
            <a:r>
              <a:rPr dirty="0" sz="500" spc="50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uzupełnianie</a:t>
            </a:r>
            <a:endParaRPr sz="500">
              <a:latin typeface="Times New Roman"/>
              <a:cs typeface="Times New Roman"/>
            </a:endParaRPr>
          </a:p>
          <a:p>
            <a:pPr marL="16510" marR="8890" indent="22860">
              <a:lnSpc>
                <a:spcPts val="530"/>
              </a:lnSpc>
              <a:spcBef>
                <a:spcPts val="135"/>
              </a:spcBef>
            </a:pPr>
            <a:r>
              <a:rPr dirty="0" sz="500" spc="-10">
                <a:latin typeface="Times New Roman"/>
                <a:cs typeface="Times New Roman"/>
              </a:rPr>
              <a:t>systemów,</a:t>
            </a:r>
            <a:r>
              <a:rPr dirty="0" sz="500" spc="50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bookowanie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2032622" y="4113910"/>
            <a:ext cx="361315" cy="27368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algn="just" marL="12700" marR="5080" indent="16510">
              <a:lnSpc>
                <a:spcPct val="110000"/>
              </a:lnSpc>
              <a:spcBef>
                <a:spcPts val="65"/>
              </a:spcBef>
            </a:pPr>
            <a:r>
              <a:rPr dirty="0" sz="500" spc="-10">
                <a:latin typeface="Times New Roman"/>
                <a:cs typeface="Times New Roman"/>
              </a:rPr>
              <a:t>parkingów,</a:t>
            </a:r>
            <a:r>
              <a:rPr dirty="0" sz="500" spc="50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uzupełnianie</a:t>
            </a:r>
            <a:r>
              <a:rPr dirty="0" sz="500" spc="50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systemów,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2525064" y="4075912"/>
            <a:ext cx="514350" cy="2647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2700" marR="5080">
              <a:lnSpc>
                <a:spcPct val="116100"/>
              </a:lnSpc>
              <a:spcBef>
                <a:spcPts val="90"/>
              </a:spcBef>
            </a:pPr>
            <a:r>
              <a:rPr dirty="0" sz="450">
                <a:latin typeface="Calibri"/>
                <a:cs typeface="Calibri"/>
              </a:rPr>
              <a:t>Speed,</a:t>
            </a:r>
            <a:r>
              <a:rPr dirty="0" sz="450" spc="85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teams,</a:t>
            </a:r>
            <a:r>
              <a:rPr dirty="0" sz="450" spc="85">
                <a:latin typeface="Calibri"/>
                <a:cs typeface="Calibri"/>
              </a:rPr>
              <a:t> </a:t>
            </a:r>
            <a:r>
              <a:rPr dirty="0" sz="450" spc="-25">
                <a:latin typeface="Calibri"/>
                <a:cs typeface="Calibri"/>
              </a:rPr>
              <a:t>tx,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 spc="10">
                <a:latin typeface="Calibri"/>
                <a:cs typeface="Calibri"/>
              </a:rPr>
              <a:t>whatsapp,</a:t>
            </a:r>
            <a:r>
              <a:rPr dirty="0" sz="450" spc="45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outlook,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telefon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48080" y="4438014"/>
            <a:ext cx="283210" cy="996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50" spc="-10">
                <a:latin typeface="Calibri"/>
                <a:cs typeface="Calibri"/>
              </a:rPr>
              <a:t>8/11/2026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2032622" y="4390516"/>
            <a:ext cx="361315" cy="18986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 indent="16510">
              <a:lnSpc>
                <a:spcPct val="110000"/>
              </a:lnSpc>
              <a:spcBef>
                <a:spcPts val="65"/>
              </a:spcBef>
            </a:pPr>
            <a:r>
              <a:rPr dirty="0" sz="500" spc="-10">
                <a:latin typeface="Times New Roman"/>
                <a:cs typeface="Times New Roman"/>
              </a:rPr>
              <a:t>parkingów,</a:t>
            </a:r>
            <a:r>
              <a:rPr dirty="0" sz="500" spc="50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uzupełnianie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2525064" y="4352518"/>
            <a:ext cx="514350" cy="2647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2700" marR="5080">
              <a:lnSpc>
                <a:spcPct val="116100"/>
              </a:lnSpc>
              <a:spcBef>
                <a:spcPts val="90"/>
              </a:spcBef>
            </a:pPr>
            <a:r>
              <a:rPr dirty="0" sz="450">
                <a:latin typeface="Calibri"/>
                <a:cs typeface="Calibri"/>
              </a:rPr>
              <a:t>Speed,</a:t>
            </a:r>
            <a:r>
              <a:rPr dirty="0" sz="450" spc="85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teams,</a:t>
            </a:r>
            <a:r>
              <a:rPr dirty="0" sz="450" spc="85">
                <a:latin typeface="Calibri"/>
                <a:cs typeface="Calibri"/>
              </a:rPr>
              <a:t> </a:t>
            </a:r>
            <a:r>
              <a:rPr dirty="0" sz="450" spc="-25">
                <a:latin typeface="Calibri"/>
                <a:cs typeface="Calibri"/>
              </a:rPr>
              <a:t>tx,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 spc="10">
                <a:latin typeface="Calibri"/>
                <a:cs typeface="Calibri"/>
              </a:rPr>
              <a:t>whatsapp,</a:t>
            </a:r>
            <a:r>
              <a:rPr dirty="0" sz="450" spc="45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outlook,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telefon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748080" y="4676901"/>
            <a:ext cx="283210" cy="996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50" spc="-10">
                <a:latin typeface="Calibri"/>
                <a:cs typeface="Calibri"/>
              </a:rPr>
              <a:t>8/12/2026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2032622" y="4629403"/>
            <a:ext cx="361315" cy="18986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 indent="16510">
              <a:lnSpc>
                <a:spcPct val="110000"/>
              </a:lnSpc>
              <a:spcBef>
                <a:spcPts val="65"/>
              </a:spcBef>
            </a:pPr>
            <a:r>
              <a:rPr dirty="0" sz="500" spc="-10">
                <a:latin typeface="Times New Roman"/>
                <a:cs typeface="Times New Roman"/>
              </a:rPr>
              <a:t>parkingów,</a:t>
            </a:r>
            <a:r>
              <a:rPr dirty="0" sz="500" spc="50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uzupełnianie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2525064" y="4591405"/>
            <a:ext cx="514350" cy="2647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2700" marR="5080">
              <a:lnSpc>
                <a:spcPct val="116100"/>
              </a:lnSpc>
              <a:spcBef>
                <a:spcPts val="90"/>
              </a:spcBef>
            </a:pPr>
            <a:r>
              <a:rPr dirty="0" sz="450">
                <a:latin typeface="Calibri"/>
                <a:cs typeface="Calibri"/>
              </a:rPr>
              <a:t>Speed,</a:t>
            </a:r>
            <a:r>
              <a:rPr dirty="0" sz="450" spc="85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teams,</a:t>
            </a:r>
            <a:r>
              <a:rPr dirty="0" sz="450" spc="85">
                <a:latin typeface="Calibri"/>
                <a:cs typeface="Calibri"/>
              </a:rPr>
              <a:t> </a:t>
            </a:r>
            <a:r>
              <a:rPr dirty="0" sz="450" spc="-25">
                <a:latin typeface="Calibri"/>
                <a:cs typeface="Calibri"/>
              </a:rPr>
              <a:t>tx,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 spc="10">
                <a:latin typeface="Calibri"/>
                <a:cs typeface="Calibri"/>
              </a:rPr>
              <a:t>whatsapp,</a:t>
            </a:r>
            <a:r>
              <a:rPr dirty="0" sz="450" spc="45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outlook,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telefon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748080" y="4915788"/>
            <a:ext cx="283210" cy="996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50" spc="-10">
                <a:latin typeface="Calibri"/>
                <a:cs typeface="Calibri"/>
              </a:rPr>
              <a:t>8/13/2026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2032622" y="4868290"/>
            <a:ext cx="361315" cy="18986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 indent="16510">
              <a:lnSpc>
                <a:spcPct val="110000"/>
              </a:lnSpc>
              <a:spcBef>
                <a:spcPts val="65"/>
              </a:spcBef>
            </a:pPr>
            <a:r>
              <a:rPr dirty="0" sz="500" spc="-10">
                <a:latin typeface="Times New Roman"/>
                <a:cs typeface="Times New Roman"/>
              </a:rPr>
              <a:t>parkingów,</a:t>
            </a:r>
            <a:r>
              <a:rPr dirty="0" sz="500" spc="50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uzupełnianie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2525064" y="4830292"/>
            <a:ext cx="514350" cy="2647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2700" marR="5080">
              <a:lnSpc>
                <a:spcPct val="116100"/>
              </a:lnSpc>
              <a:spcBef>
                <a:spcPts val="90"/>
              </a:spcBef>
            </a:pPr>
            <a:r>
              <a:rPr dirty="0" sz="450">
                <a:latin typeface="Calibri"/>
                <a:cs typeface="Calibri"/>
              </a:rPr>
              <a:t>Speed,</a:t>
            </a:r>
            <a:r>
              <a:rPr dirty="0" sz="450" spc="85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teams,</a:t>
            </a:r>
            <a:r>
              <a:rPr dirty="0" sz="450" spc="85">
                <a:latin typeface="Calibri"/>
                <a:cs typeface="Calibri"/>
              </a:rPr>
              <a:t> </a:t>
            </a:r>
            <a:r>
              <a:rPr dirty="0" sz="450" spc="-25">
                <a:latin typeface="Calibri"/>
                <a:cs typeface="Calibri"/>
              </a:rPr>
              <a:t>tx,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 spc="10">
                <a:latin typeface="Calibri"/>
                <a:cs typeface="Calibri"/>
              </a:rPr>
              <a:t>whatsapp,</a:t>
            </a:r>
            <a:r>
              <a:rPr dirty="0" sz="450" spc="45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outlook,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telefon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748080" y="5154675"/>
            <a:ext cx="283210" cy="996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50" spc="-10">
                <a:latin typeface="Calibri"/>
                <a:cs typeface="Calibri"/>
              </a:rPr>
              <a:t>8/14/2026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2032622" y="5107177"/>
            <a:ext cx="361315" cy="18986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 indent="16510">
              <a:lnSpc>
                <a:spcPct val="110000"/>
              </a:lnSpc>
              <a:spcBef>
                <a:spcPts val="65"/>
              </a:spcBef>
            </a:pPr>
            <a:r>
              <a:rPr dirty="0" sz="500" spc="-10">
                <a:latin typeface="Times New Roman"/>
                <a:cs typeface="Times New Roman"/>
              </a:rPr>
              <a:t>parkingów,</a:t>
            </a:r>
            <a:r>
              <a:rPr dirty="0" sz="500" spc="50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uzupełnianie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2525064" y="5069179"/>
            <a:ext cx="514350" cy="2647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2700" marR="5080">
              <a:lnSpc>
                <a:spcPct val="116100"/>
              </a:lnSpc>
              <a:spcBef>
                <a:spcPts val="90"/>
              </a:spcBef>
            </a:pPr>
            <a:r>
              <a:rPr dirty="0" sz="450">
                <a:latin typeface="Calibri"/>
                <a:cs typeface="Calibri"/>
              </a:rPr>
              <a:t>Speed,</a:t>
            </a:r>
            <a:r>
              <a:rPr dirty="0" sz="450" spc="85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teams,</a:t>
            </a:r>
            <a:r>
              <a:rPr dirty="0" sz="450" spc="85">
                <a:latin typeface="Calibri"/>
                <a:cs typeface="Calibri"/>
              </a:rPr>
              <a:t> </a:t>
            </a:r>
            <a:r>
              <a:rPr dirty="0" sz="450" spc="-25">
                <a:latin typeface="Calibri"/>
                <a:cs typeface="Calibri"/>
              </a:rPr>
              <a:t>tx,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 spc="10">
                <a:latin typeface="Calibri"/>
                <a:cs typeface="Calibri"/>
              </a:rPr>
              <a:t>whatsapp,</a:t>
            </a:r>
            <a:r>
              <a:rPr dirty="0" sz="450" spc="45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outlook,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telefon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640079" y="5325236"/>
            <a:ext cx="494665" cy="323215"/>
          </a:xfrm>
          <a:custGeom>
            <a:avLst/>
            <a:gdLst/>
            <a:ahLst/>
            <a:cxnLst/>
            <a:rect l="l" t="t" r="r" b="b"/>
            <a:pathLst>
              <a:path w="494665" h="323214">
                <a:moveTo>
                  <a:pt x="494538" y="0"/>
                </a:moveTo>
                <a:lnTo>
                  <a:pt x="0" y="0"/>
                </a:lnTo>
                <a:lnTo>
                  <a:pt x="0" y="322706"/>
                </a:lnTo>
                <a:lnTo>
                  <a:pt x="494538" y="322706"/>
                </a:lnTo>
                <a:lnTo>
                  <a:pt x="494538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 txBox="1"/>
          <p:nvPr/>
        </p:nvSpPr>
        <p:spPr>
          <a:xfrm>
            <a:off x="748080" y="5435472"/>
            <a:ext cx="283210" cy="996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50" spc="-10">
                <a:latin typeface="Calibri"/>
                <a:cs typeface="Calibri"/>
              </a:rPr>
              <a:t>8/15/2026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1964436" y="5325246"/>
            <a:ext cx="1144270" cy="323215"/>
          </a:xfrm>
          <a:custGeom>
            <a:avLst/>
            <a:gdLst/>
            <a:ahLst/>
            <a:cxnLst/>
            <a:rect l="l" t="t" r="r" b="b"/>
            <a:pathLst>
              <a:path w="1144270" h="323214">
                <a:moveTo>
                  <a:pt x="1144143" y="0"/>
                </a:moveTo>
                <a:lnTo>
                  <a:pt x="494538" y="0"/>
                </a:lnTo>
                <a:lnTo>
                  <a:pt x="490347" y="0"/>
                </a:lnTo>
                <a:lnTo>
                  <a:pt x="0" y="0"/>
                </a:lnTo>
                <a:lnTo>
                  <a:pt x="0" y="322707"/>
                </a:lnTo>
                <a:lnTo>
                  <a:pt x="490347" y="322707"/>
                </a:lnTo>
                <a:lnTo>
                  <a:pt x="494538" y="322707"/>
                </a:lnTo>
                <a:lnTo>
                  <a:pt x="1144143" y="322707"/>
                </a:lnTo>
                <a:lnTo>
                  <a:pt x="1144143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 txBox="1"/>
          <p:nvPr/>
        </p:nvSpPr>
        <p:spPr>
          <a:xfrm>
            <a:off x="2525064" y="5349976"/>
            <a:ext cx="514350" cy="2647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2700" marR="5080">
              <a:lnSpc>
                <a:spcPct val="116100"/>
              </a:lnSpc>
              <a:spcBef>
                <a:spcPts val="90"/>
              </a:spcBef>
            </a:pPr>
            <a:r>
              <a:rPr dirty="0" sz="450">
                <a:latin typeface="Calibri"/>
                <a:cs typeface="Calibri"/>
              </a:rPr>
              <a:t>Speed,</a:t>
            </a:r>
            <a:r>
              <a:rPr dirty="0" sz="450" spc="85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teams,</a:t>
            </a:r>
            <a:r>
              <a:rPr dirty="0" sz="450" spc="85">
                <a:latin typeface="Calibri"/>
                <a:cs typeface="Calibri"/>
              </a:rPr>
              <a:t> </a:t>
            </a:r>
            <a:r>
              <a:rPr dirty="0" sz="450" spc="-25">
                <a:latin typeface="Calibri"/>
                <a:cs typeface="Calibri"/>
              </a:rPr>
              <a:t>tx,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 spc="10">
                <a:latin typeface="Calibri"/>
                <a:cs typeface="Calibri"/>
              </a:rPr>
              <a:t>whatsapp,</a:t>
            </a:r>
            <a:r>
              <a:rPr dirty="0" sz="450" spc="45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outlook,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telefon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640079" y="5643752"/>
            <a:ext cx="494665" cy="323215"/>
          </a:xfrm>
          <a:custGeom>
            <a:avLst/>
            <a:gdLst/>
            <a:ahLst/>
            <a:cxnLst/>
            <a:rect l="l" t="t" r="r" b="b"/>
            <a:pathLst>
              <a:path w="494665" h="323214">
                <a:moveTo>
                  <a:pt x="494538" y="0"/>
                </a:moveTo>
                <a:lnTo>
                  <a:pt x="0" y="0"/>
                </a:lnTo>
                <a:lnTo>
                  <a:pt x="0" y="322706"/>
                </a:lnTo>
                <a:lnTo>
                  <a:pt x="494538" y="322706"/>
                </a:lnTo>
                <a:lnTo>
                  <a:pt x="494538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 txBox="1"/>
          <p:nvPr/>
        </p:nvSpPr>
        <p:spPr>
          <a:xfrm>
            <a:off x="748080" y="5753988"/>
            <a:ext cx="283210" cy="996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50" spc="-10">
                <a:latin typeface="Calibri"/>
                <a:cs typeface="Calibri"/>
              </a:rPr>
              <a:t>8/16/2026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1964435" y="5643752"/>
            <a:ext cx="494665" cy="323215"/>
          </a:xfrm>
          <a:custGeom>
            <a:avLst/>
            <a:gdLst/>
            <a:ahLst/>
            <a:cxnLst/>
            <a:rect l="l" t="t" r="r" b="b"/>
            <a:pathLst>
              <a:path w="494664" h="323214">
                <a:moveTo>
                  <a:pt x="494537" y="0"/>
                </a:moveTo>
                <a:lnTo>
                  <a:pt x="0" y="0"/>
                </a:lnTo>
                <a:lnTo>
                  <a:pt x="0" y="322706"/>
                </a:lnTo>
                <a:lnTo>
                  <a:pt x="494537" y="322706"/>
                </a:lnTo>
                <a:lnTo>
                  <a:pt x="494537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 txBox="1"/>
          <p:nvPr/>
        </p:nvSpPr>
        <p:spPr>
          <a:xfrm>
            <a:off x="2032622" y="5304154"/>
            <a:ext cx="361315" cy="42481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algn="just" marL="12700" marR="5080" indent="3810">
              <a:lnSpc>
                <a:spcPct val="110000"/>
              </a:lnSpc>
              <a:spcBef>
                <a:spcPts val="65"/>
              </a:spcBef>
            </a:pPr>
            <a:r>
              <a:rPr dirty="0" sz="500" spc="-10">
                <a:latin typeface="Times New Roman"/>
                <a:cs typeface="Times New Roman"/>
              </a:rPr>
              <a:t>bookowanie</a:t>
            </a:r>
            <a:r>
              <a:rPr dirty="0" sz="500" spc="50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parkingów,</a:t>
            </a:r>
            <a:r>
              <a:rPr dirty="0" sz="500" spc="50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uzupełnianie</a:t>
            </a:r>
            <a:endParaRPr sz="500">
              <a:latin typeface="Times New Roman"/>
              <a:cs typeface="Times New Roman"/>
            </a:endParaRPr>
          </a:p>
          <a:p>
            <a:pPr marL="16510" marR="8890" indent="22860">
              <a:lnSpc>
                <a:spcPts val="530"/>
              </a:lnSpc>
              <a:spcBef>
                <a:spcPts val="140"/>
              </a:spcBef>
            </a:pPr>
            <a:r>
              <a:rPr dirty="0" sz="500" spc="-10">
                <a:latin typeface="Times New Roman"/>
                <a:cs typeface="Times New Roman"/>
              </a:rPr>
              <a:t>systemów,</a:t>
            </a:r>
            <a:r>
              <a:rPr dirty="0" sz="500" spc="50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bookowanie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95" name="object 95"/>
          <p:cNvSpPr/>
          <p:nvPr/>
        </p:nvSpPr>
        <p:spPr>
          <a:xfrm>
            <a:off x="2454782" y="5643752"/>
            <a:ext cx="654050" cy="323215"/>
          </a:xfrm>
          <a:custGeom>
            <a:avLst/>
            <a:gdLst/>
            <a:ahLst/>
            <a:cxnLst/>
            <a:rect l="l" t="t" r="r" b="b"/>
            <a:pathLst>
              <a:path w="654050" h="323214">
                <a:moveTo>
                  <a:pt x="653795" y="0"/>
                </a:moveTo>
                <a:lnTo>
                  <a:pt x="0" y="0"/>
                </a:lnTo>
                <a:lnTo>
                  <a:pt x="0" y="322706"/>
                </a:lnTo>
                <a:lnTo>
                  <a:pt x="653795" y="322706"/>
                </a:lnTo>
                <a:lnTo>
                  <a:pt x="653795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 txBox="1"/>
          <p:nvPr/>
        </p:nvSpPr>
        <p:spPr>
          <a:xfrm>
            <a:off x="2525064" y="5668491"/>
            <a:ext cx="514350" cy="2647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2700" marR="5080">
              <a:lnSpc>
                <a:spcPct val="116100"/>
              </a:lnSpc>
              <a:spcBef>
                <a:spcPts val="90"/>
              </a:spcBef>
            </a:pPr>
            <a:r>
              <a:rPr dirty="0" sz="450">
                <a:latin typeface="Calibri"/>
                <a:cs typeface="Calibri"/>
              </a:rPr>
              <a:t>Speed,</a:t>
            </a:r>
            <a:r>
              <a:rPr dirty="0" sz="450" spc="85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teams,</a:t>
            </a:r>
            <a:r>
              <a:rPr dirty="0" sz="450" spc="85">
                <a:latin typeface="Calibri"/>
                <a:cs typeface="Calibri"/>
              </a:rPr>
              <a:t> </a:t>
            </a:r>
            <a:r>
              <a:rPr dirty="0" sz="450" spc="-25">
                <a:latin typeface="Calibri"/>
                <a:cs typeface="Calibri"/>
              </a:rPr>
              <a:t>tx,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 spc="10">
                <a:latin typeface="Calibri"/>
                <a:cs typeface="Calibri"/>
              </a:rPr>
              <a:t>whatsapp,</a:t>
            </a:r>
            <a:r>
              <a:rPr dirty="0" sz="450" spc="45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outlook,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telefon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748080" y="6072504"/>
            <a:ext cx="283210" cy="996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50" spc="-10">
                <a:latin typeface="Calibri"/>
                <a:cs typeface="Calibri"/>
              </a:rPr>
              <a:t>8/17/2026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2032622" y="5706490"/>
            <a:ext cx="361315" cy="34099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 indent="16510">
              <a:lnSpc>
                <a:spcPct val="110000"/>
              </a:lnSpc>
              <a:spcBef>
                <a:spcPts val="65"/>
              </a:spcBef>
            </a:pPr>
            <a:r>
              <a:rPr dirty="0" sz="500" spc="-10">
                <a:latin typeface="Times New Roman"/>
                <a:cs typeface="Times New Roman"/>
              </a:rPr>
              <a:t>parkingów,</a:t>
            </a:r>
            <a:r>
              <a:rPr dirty="0" sz="500" spc="50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uzupełnianie</a:t>
            </a:r>
            <a:endParaRPr sz="500">
              <a:latin typeface="Times New Roman"/>
              <a:cs typeface="Times New Roman"/>
            </a:endParaRPr>
          </a:p>
          <a:p>
            <a:pPr marL="16510" marR="8890" indent="22860">
              <a:lnSpc>
                <a:spcPts val="530"/>
              </a:lnSpc>
              <a:spcBef>
                <a:spcPts val="140"/>
              </a:spcBef>
            </a:pPr>
            <a:r>
              <a:rPr dirty="0" sz="500" spc="-10">
                <a:latin typeface="Times New Roman"/>
                <a:cs typeface="Times New Roman"/>
              </a:rPr>
              <a:t>systemów,</a:t>
            </a:r>
            <a:r>
              <a:rPr dirty="0" sz="500" spc="50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bookowanie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2032622" y="6025006"/>
            <a:ext cx="361315" cy="27368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algn="just" marL="12700" marR="5080" indent="16510">
              <a:lnSpc>
                <a:spcPct val="110000"/>
              </a:lnSpc>
              <a:spcBef>
                <a:spcPts val="65"/>
              </a:spcBef>
            </a:pPr>
            <a:r>
              <a:rPr dirty="0" sz="500" spc="-10">
                <a:latin typeface="Times New Roman"/>
                <a:cs typeface="Times New Roman"/>
              </a:rPr>
              <a:t>parkingów,</a:t>
            </a:r>
            <a:r>
              <a:rPr dirty="0" sz="500" spc="50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uzupełnianie</a:t>
            </a:r>
            <a:r>
              <a:rPr dirty="0" sz="500" spc="50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systemów,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2525064" y="5987007"/>
            <a:ext cx="514350" cy="2647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2700" marR="5080">
              <a:lnSpc>
                <a:spcPct val="116100"/>
              </a:lnSpc>
              <a:spcBef>
                <a:spcPts val="90"/>
              </a:spcBef>
            </a:pPr>
            <a:r>
              <a:rPr dirty="0" sz="450">
                <a:latin typeface="Calibri"/>
                <a:cs typeface="Calibri"/>
              </a:rPr>
              <a:t>Speed,</a:t>
            </a:r>
            <a:r>
              <a:rPr dirty="0" sz="450" spc="85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teams,</a:t>
            </a:r>
            <a:r>
              <a:rPr dirty="0" sz="450" spc="85">
                <a:latin typeface="Calibri"/>
                <a:cs typeface="Calibri"/>
              </a:rPr>
              <a:t> </a:t>
            </a:r>
            <a:r>
              <a:rPr dirty="0" sz="450" spc="-25">
                <a:latin typeface="Calibri"/>
                <a:cs typeface="Calibri"/>
              </a:rPr>
              <a:t>tx,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 spc="10">
                <a:latin typeface="Calibri"/>
                <a:cs typeface="Calibri"/>
              </a:rPr>
              <a:t>whatsapp,</a:t>
            </a:r>
            <a:r>
              <a:rPr dirty="0" sz="450" spc="45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outlook,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telefon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748080" y="6349110"/>
            <a:ext cx="283210" cy="996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50" spc="-10">
                <a:latin typeface="Calibri"/>
                <a:cs typeface="Calibri"/>
              </a:rPr>
              <a:t>8/18/2026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2032622" y="6301612"/>
            <a:ext cx="361315" cy="18986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 indent="16510">
              <a:lnSpc>
                <a:spcPct val="110000"/>
              </a:lnSpc>
              <a:spcBef>
                <a:spcPts val="65"/>
              </a:spcBef>
            </a:pPr>
            <a:r>
              <a:rPr dirty="0" sz="500" spc="-10">
                <a:latin typeface="Times New Roman"/>
                <a:cs typeface="Times New Roman"/>
              </a:rPr>
              <a:t>parkingów,</a:t>
            </a:r>
            <a:r>
              <a:rPr dirty="0" sz="500" spc="50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uzupełnianie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2525064" y="6263613"/>
            <a:ext cx="514350" cy="2647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2700" marR="5080">
              <a:lnSpc>
                <a:spcPct val="116100"/>
              </a:lnSpc>
              <a:spcBef>
                <a:spcPts val="90"/>
              </a:spcBef>
            </a:pPr>
            <a:r>
              <a:rPr dirty="0" sz="450">
                <a:latin typeface="Calibri"/>
                <a:cs typeface="Calibri"/>
              </a:rPr>
              <a:t>Speed,</a:t>
            </a:r>
            <a:r>
              <a:rPr dirty="0" sz="450" spc="85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teams,</a:t>
            </a:r>
            <a:r>
              <a:rPr dirty="0" sz="450" spc="85">
                <a:latin typeface="Calibri"/>
                <a:cs typeface="Calibri"/>
              </a:rPr>
              <a:t> </a:t>
            </a:r>
            <a:r>
              <a:rPr dirty="0" sz="450" spc="-25">
                <a:latin typeface="Calibri"/>
                <a:cs typeface="Calibri"/>
              </a:rPr>
              <a:t>tx,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 spc="10">
                <a:latin typeface="Calibri"/>
                <a:cs typeface="Calibri"/>
              </a:rPr>
              <a:t>whatsapp,</a:t>
            </a:r>
            <a:r>
              <a:rPr dirty="0" sz="450" spc="45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outlook,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telefon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748080" y="6587997"/>
            <a:ext cx="283210" cy="996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50" spc="-10">
                <a:latin typeface="Calibri"/>
                <a:cs typeface="Calibri"/>
              </a:rPr>
              <a:t>8/19/2026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2032622" y="6540499"/>
            <a:ext cx="361315" cy="18986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 indent="16510">
              <a:lnSpc>
                <a:spcPct val="110000"/>
              </a:lnSpc>
              <a:spcBef>
                <a:spcPts val="65"/>
              </a:spcBef>
            </a:pPr>
            <a:r>
              <a:rPr dirty="0" sz="500" spc="-10">
                <a:latin typeface="Times New Roman"/>
                <a:cs typeface="Times New Roman"/>
              </a:rPr>
              <a:t>parkingów,</a:t>
            </a:r>
            <a:r>
              <a:rPr dirty="0" sz="500" spc="50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uzupełnianie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2525064" y="6502500"/>
            <a:ext cx="514350" cy="2647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2700" marR="5080">
              <a:lnSpc>
                <a:spcPct val="116100"/>
              </a:lnSpc>
              <a:spcBef>
                <a:spcPts val="90"/>
              </a:spcBef>
            </a:pPr>
            <a:r>
              <a:rPr dirty="0" sz="450">
                <a:latin typeface="Calibri"/>
                <a:cs typeface="Calibri"/>
              </a:rPr>
              <a:t>Speed,</a:t>
            </a:r>
            <a:r>
              <a:rPr dirty="0" sz="450" spc="85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teams,</a:t>
            </a:r>
            <a:r>
              <a:rPr dirty="0" sz="450" spc="85">
                <a:latin typeface="Calibri"/>
                <a:cs typeface="Calibri"/>
              </a:rPr>
              <a:t> </a:t>
            </a:r>
            <a:r>
              <a:rPr dirty="0" sz="450" spc="-25">
                <a:latin typeface="Calibri"/>
                <a:cs typeface="Calibri"/>
              </a:rPr>
              <a:t>tx,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 spc="10">
                <a:latin typeface="Calibri"/>
                <a:cs typeface="Calibri"/>
              </a:rPr>
              <a:t>whatsapp,</a:t>
            </a:r>
            <a:r>
              <a:rPr dirty="0" sz="450" spc="45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outlook,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telefon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748080" y="6826884"/>
            <a:ext cx="283210" cy="996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50" spc="-10">
                <a:latin typeface="Calibri"/>
                <a:cs typeface="Calibri"/>
              </a:rPr>
              <a:t>8/20/2026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2032622" y="6779386"/>
            <a:ext cx="361315" cy="18986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 indent="16510">
              <a:lnSpc>
                <a:spcPct val="110000"/>
              </a:lnSpc>
              <a:spcBef>
                <a:spcPts val="65"/>
              </a:spcBef>
            </a:pPr>
            <a:r>
              <a:rPr dirty="0" sz="500" spc="-10">
                <a:latin typeface="Times New Roman"/>
                <a:cs typeface="Times New Roman"/>
              </a:rPr>
              <a:t>parkingów,</a:t>
            </a:r>
            <a:r>
              <a:rPr dirty="0" sz="500" spc="50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uzupełnianie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2525064" y="6741387"/>
            <a:ext cx="514350" cy="2647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2700" marR="5080">
              <a:lnSpc>
                <a:spcPct val="116100"/>
              </a:lnSpc>
              <a:spcBef>
                <a:spcPts val="90"/>
              </a:spcBef>
            </a:pPr>
            <a:r>
              <a:rPr dirty="0" sz="450">
                <a:latin typeface="Calibri"/>
                <a:cs typeface="Calibri"/>
              </a:rPr>
              <a:t>Speed,</a:t>
            </a:r>
            <a:r>
              <a:rPr dirty="0" sz="450" spc="85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teams,</a:t>
            </a:r>
            <a:r>
              <a:rPr dirty="0" sz="450" spc="85">
                <a:latin typeface="Calibri"/>
                <a:cs typeface="Calibri"/>
              </a:rPr>
              <a:t> </a:t>
            </a:r>
            <a:r>
              <a:rPr dirty="0" sz="450" spc="-25">
                <a:latin typeface="Calibri"/>
                <a:cs typeface="Calibri"/>
              </a:rPr>
              <a:t>tx,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 spc="10">
                <a:latin typeface="Calibri"/>
                <a:cs typeface="Calibri"/>
              </a:rPr>
              <a:t>whatsapp,</a:t>
            </a:r>
            <a:r>
              <a:rPr dirty="0" sz="450" spc="45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outlook,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telefon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748080" y="7065771"/>
            <a:ext cx="283210" cy="996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50" spc="-10">
                <a:latin typeface="Calibri"/>
                <a:cs typeface="Calibri"/>
              </a:rPr>
              <a:t>8/21/2026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2032622" y="7018273"/>
            <a:ext cx="361315" cy="18986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 indent="16510">
              <a:lnSpc>
                <a:spcPct val="110000"/>
              </a:lnSpc>
              <a:spcBef>
                <a:spcPts val="65"/>
              </a:spcBef>
            </a:pPr>
            <a:r>
              <a:rPr dirty="0" sz="500" spc="-10">
                <a:latin typeface="Times New Roman"/>
                <a:cs typeface="Times New Roman"/>
              </a:rPr>
              <a:t>parkingów,</a:t>
            </a:r>
            <a:r>
              <a:rPr dirty="0" sz="500" spc="50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uzupełnianie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2525064" y="6980274"/>
            <a:ext cx="514350" cy="2647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2700" marR="5080">
              <a:lnSpc>
                <a:spcPct val="116100"/>
              </a:lnSpc>
              <a:spcBef>
                <a:spcPts val="90"/>
              </a:spcBef>
            </a:pPr>
            <a:r>
              <a:rPr dirty="0" sz="450">
                <a:latin typeface="Calibri"/>
                <a:cs typeface="Calibri"/>
              </a:rPr>
              <a:t>Speed,</a:t>
            </a:r>
            <a:r>
              <a:rPr dirty="0" sz="450" spc="85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teams,</a:t>
            </a:r>
            <a:r>
              <a:rPr dirty="0" sz="450" spc="85">
                <a:latin typeface="Calibri"/>
                <a:cs typeface="Calibri"/>
              </a:rPr>
              <a:t> </a:t>
            </a:r>
            <a:r>
              <a:rPr dirty="0" sz="450" spc="-25">
                <a:latin typeface="Calibri"/>
                <a:cs typeface="Calibri"/>
              </a:rPr>
              <a:t>tx,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 spc="10">
                <a:latin typeface="Calibri"/>
                <a:cs typeface="Calibri"/>
              </a:rPr>
              <a:t>whatsapp,</a:t>
            </a:r>
            <a:r>
              <a:rPr dirty="0" sz="450" spc="45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outlook,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telefon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113" name="object 113"/>
          <p:cNvSpPr/>
          <p:nvPr/>
        </p:nvSpPr>
        <p:spPr>
          <a:xfrm>
            <a:off x="640079" y="7236332"/>
            <a:ext cx="494665" cy="243204"/>
          </a:xfrm>
          <a:custGeom>
            <a:avLst/>
            <a:gdLst/>
            <a:ahLst/>
            <a:cxnLst/>
            <a:rect l="l" t="t" r="r" b="b"/>
            <a:pathLst>
              <a:path w="494665" h="243204">
                <a:moveTo>
                  <a:pt x="494538" y="0"/>
                </a:moveTo>
                <a:lnTo>
                  <a:pt x="0" y="0"/>
                </a:lnTo>
                <a:lnTo>
                  <a:pt x="0" y="243077"/>
                </a:lnTo>
                <a:lnTo>
                  <a:pt x="494538" y="243077"/>
                </a:lnTo>
                <a:lnTo>
                  <a:pt x="494538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 txBox="1"/>
          <p:nvPr/>
        </p:nvSpPr>
        <p:spPr>
          <a:xfrm>
            <a:off x="748080" y="7304658"/>
            <a:ext cx="283210" cy="996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50" spc="-10">
                <a:latin typeface="Calibri"/>
                <a:cs typeface="Calibri"/>
              </a:rPr>
              <a:t>8/22/2026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115" name="object 115"/>
          <p:cNvSpPr/>
          <p:nvPr/>
        </p:nvSpPr>
        <p:spPr>
          <a:xfrm>
            <a:off x="1964436" y="7236342"/>
            <a:ext cx="1144270" cy="243204"/>
          </a:xfrm>
          <a:custGeom>
            <a:avLst/>
            <a:gdLst/>
            <a:ahLst/>
            <a:cxnLst/>
            <a:rect l="l" t="t" r="r" b="b"/>
            <a:pathLst>
              <a:path w="1144270" h="243204">
                <a:moveTo>
                  <a:pt x="1144143" y="0"/>
                </a:moveTo>
                <a:lnTo>
                  <a:pt x="494538" y="0"/>
                </a:lnTo>
                <a:lnTo>
                  <a:pt x="490347" y="0"/>
                </a:lnTo>
                <a:lnTo>
                  <a:pt x="0" y="0"/>
                </a:lnTo>
                <a:lnTo>
                  <a:pt x="0" y="243078"/>
                </a:lnTo>
                <a:lnTo>
                  <a:pt x="490347" y="243078"/>
                </a:lnTo>
                <a:lnTo>
                  <a:pt x="494538" y="243078"/>
                </a:lnTo>
                <a:lnTo>
                  <a:pt x="1144143" y="243078"/>
                </a:lnTo>
                <a:lnTo>
                  <a:pt x="1144143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 txBox="1"/>
          <p:nvPr/>
        </p:nvSpPr>
        <p:spPr>
          <a:xfrm>
            <a:off x="2525064" y="7219162"/>
            <a:ext cx="514350" cy="2647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2700" marR="5080">
              <a:lnSpc>
                <a:spcPct val="116100"/>
              </a:lnSpc>
              <a:spcBef>
                <a:spcPts val="90"/>
              </a:spcBef>
            </a:pPr>
            <a:r>
              <a:rPr dirty="0" sz="450">
                <a:latin typeface="Calibri"/>
                <a:cs typeface="Calibri"/>
              </a:rPr>
              <a:t>Speed,</a:t>
            </a:r>
            <a:r>
              <a:rPr dirty="0" sz="450" spc="85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teams,</a:t>
            </a:r>
            <a:r>
              <a:rPr dirty="0" sz="450" spc="85">
                <a:latin typeface="Calibri"/>
                <a:cs typeface="Calibri"/>
              </a:rPr>
              <a:t> </a:t>
            </a:r>
            <a:r>
              <a:rPr dirty="0" sz="450" spc="-25">
                <a:latin typeface="Calibri"/>
                <a:cs typeface="Calibri"/>
              </a:rPr>
              <a:t>tx,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 spc="10">
                <a:latin typeface="Calibri"/>
                <a:cs typeface="Calibri"/>
              </a:rPr>
              <a:t>whatsapp,</a:t>
            </a:r>
            <a:r>
              <a:rPr dirty="0" sz="450" spc="45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outlook,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telefon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117" name="object 117"/>
          <p:cNvSpPr/>
          <p:nvPr/>
        </p:nvSpPr>
        <p:spPr>
          <a:xfrm>
            <a:off x="640079" y="7475219"/>
            <a:ext cx="494665" cy="323215"/>
          </a:xfrm>
          <a:custGeom>
            <a:avLst/>
            <a:gdLst/>
            <a:ahLst/>
            <a:cxnLst/>
            <a:rect l="l" t="t" r="r" b="b"/>
            <a:pathLst>
              <a:path w="494665" h="323215">
                <a:moveTo>
                  <a:pt x="494538" y="0"/>
                </a:moveTo>
                <a:lnTo>
                  <a:pt x="0" y="0"/>
                </a:lnTo>
                <a:lnTo>
                  <a:pt x="0" y="322706"/>
                </a:lnTo>
                <a:lnTo>
                  <a:pt x="494538" y="322706"/>
                </a:lnTo>
                <a:lnTo>
                  <a:pt x="494538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 txBox="1"/>
          <p:nvPr/>
        </p:nvSpPr>
        <p:spPr>
          <a:xfrm>
            <a:off x="748080" y="7585455"/>
            <a:ext cx="283210" cy="99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50" spc="-10">
                <a:latin typeface="Calibri"/>
                <a:cs typeface="Calibri"/>
              </a:rPr>
              <a:t>8/23/2026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119" name="object 119"/>
          <p:cNvSpPr/>
          <p:nvPr/>
        </p:nvSpPr>
        <p:spPr>
          <a:xfrm>
            <a:off x="1964435" y="7475219"/>
            <a:ext cx="494665" cy="323215"/>
          </a:xfrm>
          <a:custGeom>
            <a:avLst/>
            <a:gdLst/>
            <a:ahLst/>
            <a:cxnLst/>
            <a:rect l="l" t="t" r="r" b="b"/>
            <a:pathLst>
              <a:path w="494664" h="323215">
                <a:moveTo>
                  <a:pt x="494537" y="0"/>
                </a:moveTo>
                <a:lnTo>
                  <a:pt x="0" y="0"/>
                </a:lnTo>
                <a:lnTo>
                  <a:pt x="0" y="322706"/>
                </a:lnTo>
                <a:lnTo>
                  <a:pt x="494537" y="322706"/>
                </a:lnTo>
                <a:lnTo>
                  <a:pt x="494537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 txBox="1"/>
          <p:nvPr/>
        </p:nvSpPr>
        <p:spPr>
          <a:xfrm>
            <a:off x="2032622" y="7257160"/>
            <a:ext cx="361315" cy="30289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 indent="16510">
              <a:lnSpc>
                <a:spcPct val="110000"/>
              </a:lnSpc>
              <a:spcBef>
                <a:spcPts val="65"/>
              </a:spcBef>
            </a:pPr>
            <a:r>
              <a:rPr dirty="0" sz="500" spc="-10">
                <a:latin typeface="Times New Roman"/>
                <a:cs typeface="Times New Roman"/>
              </a:rPr>
              <a:t>parkingów,</a:t>
            </a:r>
            <a:r>
              <a:rPr dirty="0" sz="500" spc="50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uzupełnianie</a:t>
            </a:r>
            <a:endParaRPr sz="500">
              <a:latin typeface="Times New Roman"/>
              <a:cs typeface="Times New Roman"/>
            </a:endParaRPr>
          </a:p>
          <a:p>
            <a:pPr marL="16510">
              <a:lnSpc>
                <a:spcPct val="100000"/>
              </a:lnSpc>
              <a:spcBef>
                <a:spcPts val="295"/>
              </a:spcBef>
            </a:pPr>
            <a:r>
              <a:rPr dirty="0" sz="500" spc="-10">
                <a:latin typeface="Times New Roman"/>
                <a:cs typeface="Times New Roman"/>
              </a:rPr>
              <a:t>bookowanie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21" name="object 121"/>
          <p:cNvSpPr/>
          <p:nvPr/>
        </p:nvSpPr>
        <p:spPr>
          <a:xfrm>
            <a:off x="2454782" y="7475219"/>
            <a:ext cx="654050" cy="323215"/>
          </a:xfrm>
          <a:custGeom>
            <a:avLst/>
            <a:gdLst/>
            <a:ahLst/>
            <a:cxnLst/>
            <a:rect l="l" t="t" r="r" b="b"/>
            <a:pathLst>
              <a:path w="654050" h="323215">
                <a:moveTo>
                  <a:pt x="653795" y="0"/>
                </a:moveTo>
                <a:lnTo>
                  <a:pt x="0" y="0"/>
                </a:lnTo>
                <a:lnTo>
                  <a:pt x="0" y="322706"/>
                </a:lnTo>
                <a:lnTo>
                  <a:pt x="653795" y="322706"/>
                </a:lnTo>
                <a:lnTo>
                  <a:pt x="653795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 txBox="1"/>
          <p:nvPr/>
        </p:nvSpPr>
        <p:spPr>
          <a:xfrm>
            <a:off x="2525064" y="7499959"/>
            <a:ext cx="514350" cy="2647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2700" marR="5080">
              <a:lnSpc>
                <a:spcPct val="116100"/>
              </a:lnSpc>
              <a:spcBef>
                <a:spcPts val="90"/>
              </a:spcBef>
            </a:pPr>
            <a:r>
              <a:rPr dirty="0" sz="450">
                <a:latin typeface="Calibri"/>
                <a:cs typeface="Calibri"/>
              </a:rPr>
              <a:t>Speed,</a:t>
            </a:r>
            <a:r>
              <a:rPr dirty="0" sz="450" spc="85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teams,</a:t>
            </a:r>
            <a:r>
              <a:rPr dirty="0" sz="450" spc="85">
                <a:latin typeface="Calibri"/>
                <a:cs typeface="Calibri"/>
              </a:rPr>
              <a:t> </a:t>
            </a:r>
            <a:r>
              <a:rPr dirty="0" sz="450" spc="-25">
                <a:latin typeface="Calibri"/>
                <a:cs typeface="Calibri"/>
              </a:rPr>
              <a:t>tx,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 spc="10">
                <a:latin typeface="Calibri"/>
                <a:cs typeface="Calibri"/>
              </a:rPr>
              <a:t>whatsapp,</a:t>
            </a:r>
            <a:r>
              <a:rPr dirty="0" sz="450" spc="45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outlook,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telefon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748080" y="7899780"/>
            <a:ext cx="283210" cy="99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50" spc="-10">
                <a:latin typeface="Calibri"/>
                <a:cs typeface="Calibri"/>
              </a:rPr>
              <a:t>8/24/2026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2032622" y="7537957"/>
            <a:ext cx="361315" cy="33655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 indent="16510">
              <a:lnSpc>
                <a:spcPct val="110000"/>
              </a:lnSpc>
              <a:spcBef>
                <a:spcPts val="65"/>
              </a:spcBef>
            </a:pPr>
            <a:r>
              <a:rPr dirty="0" sz="500" spc="-10">
                <a:latin typeface="Times New Roman"/>
                <a:cs typeface="Times New Roman"/>
              </a:rPr>
              <a:t>parkingów,</a:t>
            </a:r>
            <a:r>
              <a:rPr dirty="0" sz="500" spc="50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uzupełnianie</a:t>
            </a:r>
            <a:endParaRPr sz="500">
              <a:latin typeface="Times New Roman"/>
              <a:cs typeface="Times New Roman"/>
            </a:endParaRPr>
          </a:p>
          <a:p>
            <a:pPr marL="16510" marR="8890" indent="22860">
              <a:lnSpc>
                <a:spcPts val="490"/>
              </a:lnSpc>
              <a:spcBef>
                <a:spcPts val="170"/>
              </a:spcBef>
            </a:pPr>
            <a:r>
              <a:rPr dirty="0" sz="500" spc="-10">
                <a:latin typeface="Times New Roman"/>
                <a:cs typeface="Times New Roman"/>
              </a:rPr>
              <a:t>systemów,</a:t>
            </a:r>
            <a:r>
              <a:rPr dirty="0" sz="500" spc="50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bookowanie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2032622" y="7852282"/>
            <a:ext cx="361315" cy="27368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algn="just" marL="12700" marR="5080" indent="16510">
              <a:lnSpc>
                <a:spcPct val="110000"/>
              </a:lnSpc>
              <a:spcBef>
                <a:spcPts val="65"/>
              </a:spcBef>
            </a:pPr>
            <a:r>
              <a:rPr dirty="0" sz="500" spc="-10">
                <a:latin typeface="Times New Roman"/>
                <a:cs typeface="Times New Roman"/>
              </a:rPr>
              <a:t>parkingów,</a:t>
            </a:r>
            <a:r>
              <a:rPr dirty="0" sz="500" spc="50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uzupełnianie</a:t>
            </a:r>
            <a:r>
              <a:rPr dirty="0" sz="500" spc="50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systemów,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2525064" y="7814284"/>
            <a:ext cx="514350" cy="2647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2700" marR="5080">
              <a:lnSpc>
                <a:spcPct val="116100"/>
              </a:lnSpc>
              <a:spcBef>
                <a:spcPts val="90"/>
              </a:spcBef>
            </a:pPr>
            <a:r>
              <a:rPr dirty="0" sz="450">
                <a:latin typeface="Calibri"/>
                <a:cs typeface="Calibri"/>
              </a:rPr>
              <a:t>Speed,</a:t>
            </a:r>
            <a:r>
              <a:rPr dirty="0" sz="450" spc="85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teams,</a:t>
            </a:r>
            <a:r>
              <a:rPr dirty="0" sz="450" spc="85">
                <a:latin typeface="Calibri"/>
                <a:cs typeface="Calibri"/>
              </a:rPr>
              <a:t> </a:t>
            </a:r>
            <a:r>
              <a:rPr dirty="0" sz="450" spc="-25">
                <a:latin typeface="Calibri"/>
                <a:cs typeface="Calibri"/>
              </a:rPr>
              <a:t>tx,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 spc="10">
                <a:latin typeface="Calibri"/>
                <a:cs typeface="Calibri"/>
              </a:rPr>
              <a:t>whatsapp,</a:t>
            </a:r>
            <a:r>
              <a:rPr dirty="0" sz="450" spc="45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outlook,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telefon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748080" y="8176386"/>
            <a:ext cx="283210" cy="99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50" spc="-10">
                <a:latin typeface="Calibri"/>
                <a:cs typeface="Calibri"/>
              </a:rPr>
              <a:t>8/25/2026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2032622" y="8128888"/>
            <a:ext cx="361315" cy="18986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 indent="16510">
              <a:lnSpc>
                <a:spcPct val="110000"/>
              </a:lnSpc>
              <a:spcBef>
                <a:spcPts val="65"/>
              </a:spcBef>
            </a:pPr>
            <a:r>
              <a:rPr dirty="0" sz="500" spc="-10">
                <a:latin typeface="Times New Roman"/>
                <a:cs typeface="Times New Roman"/>
              </a:rPr>
              <a:t>parkingów,</a:t>
            </a:r>
            <a:r>
              <a:rPr dirty="0" sz="500" spc="50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uzupełnianie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2525064" y="8090889"/>
            <a:ext cx="514350" cy="2647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2700" marR="5080">
              <a:lnSpc>
                <a:spcPct val="116100"/>
              </a:lnSpc>
              <a:spcBef>
                <a:spcPts val="90"/>
              </a:spcBef>
            </a:pPr>
            <a:r>
              <a:rPr dirty="0" sz="450">
                <a:latin typeface="Calibri"/>
                <a:cs typeface="Calibri"/>
              </a:rPr>
              <a:t>Speed,</a:t>
            </a:r>
            <a:r>
              <a:rPr dirty="0" sz="450" spc="85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teams,</a:t>
            </a:r>
            <a:r>
              <a:rPr dirty="0" sz="450" spc="85">
                <a:latin typeface="Calibri"/>
                <a:cs typeface="Calibri"/>
              </a:rPr>
              <a:t> </a:t>
            </a:r>
            <a:r>
              <a:rPr dirty="0" sz="450" spc="-25">
                <a:latin typeface="Calibri"/>
                <a:cs typeface="Calibri"/>
              </a:rPr>
              <a:t>tx,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 spc="10">
                <a:latin typeface="Calibri"/>
                <a:cs typeface="Calibri"/>
              </a:rPr>
              <a:t>whatsapp,</a:t>
            </a:r>
            <a:r>
              <a:rPr dirty="0" sz="450" spc="45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outlook,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telefon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748080" y="8415273"/>
            <a:ext cx="283210" cy="99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50" spc="-10">
                <a:latin typeface="Calibri"/>
                <a:cs typeface="Calibri"/>
              </a:rPr>
              <a:t>8/26/2026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2032622" y="8367775"/>
            <a:ext cx="361315" cy="18986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 indent="16510">
              <a:lnSpc>
                <a:spcPct val="110000"/>
              </a:lnSpc>
              <a:spcBef>
                <a:spcPts val="65"/>
              </a:spcBef>
            </a:pPr>
            <a:r>
              <a:rPr dirty="0" sz="500" spc="-10">
                <a:latin typeface="Times New Roman"/>
                <a:cs typeface="Times New Roman"/>
              </a:rPr>
              <a:t>parkingów,</a:t>
            </a:r>
            <a:r>
              <a:rPr dirty="0" sz="500" spc="50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uzupełnianie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2525064" y="8329776"/>
            <a:ext cx="514350" cy="2647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2700" marR="5080">
              <a:lnSpc>
                <a:spcPct val="116100"/>
              </a:lnSpc>
              <a:spcBef>
                <a:spcPts val="90"/>
              </a:spcBef>
            </a:pPr>
            <a:r>
              <a:rPr dirty="0" sz="450">
                <a:latin typeface="Calibri"/>
                <a:cs typeface="Calibri"/>
              </a:rPr>
              <a:t>Speed,</a:t>
            </a:r>
            <a:r>
              <a:rPr dirty="0" sz="450" spc="85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teams,</a:t>
            </a:r>
            <a:r>
              <a:rPr dirty="0" sz="450" spc="85">
                <a:latin typeface="Calibri"/>
                <a:cs typeface="Calibri"/>
              </a:rPr>
              <a:t> </a:t>
            </a:r>
            <a:r>
              <a:rPr dirty="0" sz="450" spc="-25">
                <a:latin typeface="Calibri"/>
                <a:cs typeface="Calibri"/>
              </a:rPr>
              <a:t>tx,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 spc="10">
                <a:latin typeface="Calibri"/>
                <a:cs typeface="Calibri"/>
              </a:rPr>
              <a:t>whatsapp,</a:t>
            </a:r>
            <a:r>
              <a:rPr dirty="0" sz="450" spc="45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outlook,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telefon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748080" y="8654160"/>
            <a:ext cx="283210" cy="99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50" spc="-10">
                <a:latin typeface="Calibri"/>
                <a:cs typeface="Calibri"/>
              </a:rPr>
              <a:t>8/27/2026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2032622" y="8606662"/>
            <a:ext cx="361315" cy="18986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 indent="16510">
              <a:lnSpc>
                <a:spcPct val="110000"/>
              </a:lnSpc>
              <a:spcBef>
                <a:spcPts val="65"/>
              </a:spcBef>
            </a:pPr>
            <a:r>
              <a:rPr dirty="0" sz="500" spc="-10">
                <a:latin typeface="Times New Roman"/>
                <a:cs typeface="Times New Roman"/>
              </a:rPr>
              <a:t>parkingów,</a:t>
            </a:r>
            <a:r>
              <a:rPr dirty="0" sz="500" spc="50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uzupełnianie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35" name="object 135"/>
          <p:cNvSpPr txBox="1"/>
          <p:nvPr/>
        </p:nvSpPr>
        <p:spPr>
          <a:xfrm>
            <a:off x="2525064" y="8568663"/>
            <a:ext cx="514350" cy="2647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2700" marR="5080">
              <a:lnSpc>
                <a:spcPct val="116100"/>
              </a:lnSpc>
              <a:spcBef>
                <a:spcPts val="90"/>
              </a:spcBef>
            </a:pPr>
            <a:r>
              <a:rPr dirty="0" sz="450">
                <a:latin typeface="Calibri"/>
                <a:cs typeface="Calibri"/>
              </a:rPr>
              <a:t>Speed,</a:t>
            </a:r>
            <a:r>
              <a:rPr dirty="0" sz="450" spc="85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teams,</a:t>
            </a:r>
            <a:r>
              <a:rPr dirty="0" sz="450" spc="85">
                <a:latin typeface="Calibri"/>
                <a:cs typeface="Calibri"/>
              </a:rPr>
              <a:t> </a:t>
            </a:r>
            <a:r>
              <a:rPr dirty="0" sz="450" spc="-25">
                <a:latin typeface="Calibri"/>
                <a:cs typeface="Calibri"/>
              </a:rPr>
              <a:t>tx,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 spc="10">
                <a:latin typeface="Calibri"/>
                <a:cs typeface="Calibri"/>
              </a:rPr>
              <a:t>whatsapp,</a:t>
            </a:r>
            <a:r>
              <a:rPr dirty="0" sz="450" spc="45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outlook,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telefon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748080" y="8893047"/>
            <a:ext cx="283210" cy="99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50" spc="-10">
                <a:latin typeface="Calibri"/>
                <a:cs typeface="Calibri"/>
              </a:rPr>
              <a:t>8/28/2026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137" name="object 137"/>
          <p:cNvSpPr txBox="1"/>
          <p:nvPr/>
        </p:nvSpPr>
        <p:spPr>
          <a:xfrm>
            <a:off x="2032622" y="8845549"/>
            <a:ext cx="361315" cy="18986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 indent="16510">
              <a:lnSpc>
                <a:spcPct val="110000"/>
              </a:lnSpc>
              <a:spcBef>
                <a:spcPts val="65"/>
              </a:spcBef>
            </a:pPr>
            <a:r>
              <a:rPr dirty="0" sz="500" spc="-10">
                <a:latin typeface="Times New Roman"/>
                <a:cs typeface="Times New Roman"/>
              </a:rPr>
              <a:t>parkingów,</a:t>
            </a:r>
            <a:r>
              <a:rPr dirty="0" sz="500" spc="50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uzupełnianie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38" name="object 138"/>
          <p:cNvSpPr txBox="1"/>
          <p:nvPr/>
        </p:nvSpPr>
        <p:spPr>
          <a:xfrm>
            <a:off x="2525064" y="8807550"/>
            <a:ext cx="514350" cy="2647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2700" marR="5080">
              <a:lnSpc>
                <a:spcPct val="116100"/>
              </a:lnSpc>
              <a:spcBef>
                <a:spcPts val="90"/>
              </a:spcBef>
            </a:pPr>
            <a:r>
              <a:rPr dirty="0" sz="450">
                <a:latin typeface="Calibri"/>
                <a:cs typeface="Calibri"/>
              </a:rPr>
              <a:t>Speed,</a:t>
            </a:r>
            <a:r>
              <a:rPr dirty="0" sz="450" spc="85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teams,</a:t>
            </a:r>
            <a:r>
              <a:rPr dirty="0" sz="450" spc="85">
                <a:latin typeface="Calibri"/>
                <a:cs typeface="Calibri"/>
              </a:rPr>
              <a:t> </a:t>
            </a:r>
            <a:r>
              <a:rPr dirty="0" sz="450" spc="-25">
                <a:latin typeface="Calibri"/>
                <a:cs typeface="Calibri"/>
              </a:rPr>
              <a:t>tx,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 spc="10">
                <a:latin typeface="Calibri"/>
                <a:cs typeface="Calibri"/>
              </a:rPr>
              <a:t>whatsapp,</a:t>
            </a:r>
            <a:r>
              <a:rPr dirty="0" sz="450" spc="45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outlook,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telefon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139" name="object 139"/>
          <p:cNvSpPr/>
          <p:nvPr/>
        </p:nvSpPr>
        <p:spPr>
          <a:xfrm>
            <a:off x="640079" y="9063608"/>
            <a:ext cx="494665" cy="239395"/>
          </a:xfrm>
          <a:custGeom>
            <a:avLst/>
            <a:gdLst/>
            <a:ahLst/>
            <a:cxnLst/>
            <a:rect l="l" t="t" r="r" b="b"/>
            <a:pathLst>
              <a:path w="494665" h="239395">
                <a:moveTo>
                  <a:pt x="494538" y="0"/>
                </a:moveTo>
                <a:lnTo>
                  <a:pt x="0" y="0"/>
                </a:lnTo>
                <a:lnTo>
                  <a:pt x="0" y="238886"/>
                </a:lnTo>
                <a:lnTo>
                  <a:pt x="494538" y="238886"/>
                </a:lnTo>
                <a:lnTo>
                  <a:pt x="494538" y="0"/>
                </a:lnTo>
                <a:close/>
              </a:path>
            </a:pathLst>
          </a:custGeom>
          <a:solidFill>
            <a:srgbClr val="D0CD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" name="object 140"/>
          <p:cNvSpPr txBox="1"/>
          <p:nvPr/>
        </p:nvSpPr>
        <p:spPr>
          <a:xfrm>
            <a:off x="748080" y="9131934"/>
            <a:ext cx="283210" cy="99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50" spc="-10">
                <a:latin typeface="Calibri"/>
                <a:cs typeface="Calibri"/>
              </a:rPr>
              <a:t>8/29/2026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141" name="object 141"/>
          <p:cNvSpPr/>
          <p:nvPr/>
        </p:nvSpPr>
        <p:spPr>
          <a:xfrm>
            <a:off x="1964436" y="9063618"/>
            <a:ext cx="1144270" cy="239395"/>
          </a:xfrm>
          <a:custGeom>
            <a:avLst/>
            <a:gdLst/>
            <a:ahLst/>
            <a:cxnLst/>
            <a:rect l="l" t="t" r="r" b="b"/>
            <a:pathLst>
              <a:path w="1144270" h="239395">
                <a:moveTo>
                  <a:pt x="1144143" y="0"/>
                </a:moveTo>
                <a:lnTo>
                  <a:pt x="494538" y="0"/>
                </a:lnTo>
                <a:lnTo>
                  <a:pt x="490347" y="0"/>
                </a:lnTo>
                <a:lnTo>
                  <a:pt x="0" y="0"/>
                </a:lnTo>
                <a:lnTo>
                  <a:pt x="0" y="238887"/>
                </a:lnTo>
                <a:lnTo>
                  <a:pt x="490347" y="238887"/>
                </a:lnTo>
                <a:lnTo>
                  <a:pt x="494538" y="238887"/>
                </a:lnTo>
                <a:lnTo>
                  <a:pt x="1144143" y="238887"/>
                </a:lnTo>
                <a:lnTo>
                  <a:pt x="1144143" y="0"/>
                </a:lnTo>
                <a:close/>
              </a:path>
            </a:pathLst>
          </a:custGeom>
          <a:solidFill>
            <a:srgbClr val="D0CD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 txBox="1"/>
          <p:nvPr/>
        </p:nvSpPr>
        <p:spPr>
          <a:xfrm>
            <a:off x="2525064" y="9042247"/>
            <a:ext cx="514350" cy="2647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2700" marR="5080">
              <a:lnSpc>
                <a:spcPct val="116100"/>
              </a:lnSpc>
              <a:spcBef>
                <a:spcPts val="90"/>
              </a:spcBef>
            </a:pPr>
            <a:r>
              <a:rPr dirty="0" sz="450">
                <a:latin typeface="Calibri"/>
                <a:cs typeface="Calibri"/>
              </a:rPr>
              <a:t>Speed,</a:t>
            </a:r>
            <a:r>
              <a:rPr dirty="0" sz="450" spc="85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teams,</a:t>
            </a:r>
            <a:r>
              <a:rPr dirty="0" sz="450" spc="85">
                <a:latin typeface="Calibri"/>
                <a:cs typeface="Calibri"/>
              </a:rPr>
              <a:t> </a:t>
            </a:r>
            <a:r>
              <a:rPr dirty="0" sz="450" spc="-25">
                <a:latin typeface="Calibri"/>
                <a:cs typeface="Calibri"/>
              </a:rPr>
              <a:t>tx,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 spc="10">
                <a:latin typeface="Calibri"/>
                <a:cs typeface="Calibri"/>
              </a:rPr>
              <a:t>whatsapp,</a:t>
            </a:r>
            <a:r>
              <a:rPr dirty="0" sz="450" spc="45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outlook,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telefon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143" name="object 143"/>
          <p:cNvSpPr/>
          <p:nvPr/>
        </p:nvSpPr>
        <p:spPr>
          <a:xfrm>
            <a:off x="640079" y="9298304"/>
            <a:ext cx="494665" cy="323215"/>
          </a:xfrm>
          <a:custGeom>
            <a:avLst/>
            <a:gdLst/>
            <a:ahLst/>
            <a:cxnLst/>
            <a:rect l="l" t="t" r="r" b="b"/>
            <a:pathLst>
              <a:path w="494665" h="323215">
                <a:moveTo>
                  <a:pt x="494538" y="0"/>
                </a:moveTo>
                <a:lnTo>
                  <a:pt x="0" y="0"/>
                </a:lnTo>
                <a:lnTo>
                  <a:pt x="0" y="322706"/>
                </a:lnTo>
                <a:lnTo>
                  <a:pt x="494538" y="322706"/>
                </a:lnTo>
                <a:lnTo>
                  <a:pt x="494538" y="0"/>
                </a:lnTo>
                <a:close/>
              </a:path>
            </a:pathLst>
          </a:custGeom>
          <a:solidFill>
            <a:srgbClr val="D0CD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4" name="object 144"/>
          <p:cNvSpPr txBox="1"/>
          <p:nvPr/>
        </p:nvSpPr>
        <p:spPr>
          <a:xfrm>
            <a:off x="748080" y="9408540"/>
            <a:ext cx="283210" cy="99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50" spc="-10">
                <a:latin typeface="Calibri"/>
                <a:cs typeface="Calibri"/>
              </a:rPr>
              <a:t>8/30/2026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145" name="object 145"/>
          <p:cNvSpPr/>
          <p:nvPr/>
        </p:nvSpPr>
        <p:spPr>
          <a:xfrm>
            <a:off x="1964435" y="9298304"/>
            <a:ext cx="494665" cy="323215"/>
          </a:xfrm>
          <a:custGeom>
            <a:avLst/>
            <a:gdLst/>
            <a:ahLst/>
            <a:cxnLst/>
            <a:rect l="l" t="t" r="r" b="b"/>
            <a:pathLst>
              <a:path w="494664" h="323215">
                <a:moveTo>
                  <a:pt x="494537" y="0"/>
                </a:moveTo>
                <a:lnTo>
                  <a:pt x="0" y="0"/>
                </a:lnTo>
                <a:lnTo>
                  <a:pt x="0" y="322706"/>
                </a:lnTo>
                <a:lnTo>
                  <a:pt x="494537" y="322706"/>
                </a:lnTo>
                <a:lnTo>
                  <a:pt x="494537" y="0"/>
                </a:lnTo>
                <a:close/>
              </a:path>
            </a:pathLst>
          </a:custGeom>
          <a:solidFill>
            <a:srgbClr val="D0CD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6" name="object 146"/>
          <p:cNvSpPr txBox="1"/>
          <p:nvPr/>
        </p:nvSpPr>
        <p:spPr>
          <a:xfrm>
            <a:off x="2032622" y="9084436"/>
            <a:ext cx="361315" cy="29908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 indent="16510">
              <a:lnSpc>
                <a:spcPct val="110000"/>
              </a:lnSpc>
              <a:spcBef>
                <a:spcPts val="65"/>
              </a:spcBef>
            </a:pPr>
            <a:r>
              <a:rPr dirty="0" sz="500" spc="-10">
                <a:latin typeface="Times New Roman"/>
                <a:cs typeface="Times New Roman"/>
              </a:rPr>
              <a:t>parkingów,</a:t>
            </a:r>
            <a:r>
              <a:rPr dirty="0" sz="500" spc="50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uzupełnianie</a:t>
            </a:r>
            <a:endParaRPr sz="500">
              <a:latin typeface="Times New Roman"/>
              <a:cs typeface="Times New Roman"/>
            </a:endParaRPr>
          </a:p>
          <a:p>
            <a:pPr marL="16510">
              <a:lnSpc>
                <a:spcPct val="100000"/>
              </a:lnSpc>
              <a:spcBef>
                <a:spcPts val="260"/>
              </a:spcBef>
            </a:pPr>
            <a:r>
              <a:rPr dirty="0" sz="500" spc="-10">
                <a:latin typeface="Times New Roman"/>
                <a:cs typeface="Times New Roman"/>
              </a:rPr>
              <a:t>bookowanie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47" name="object 147"/>
          <p:cNvSpPr/>
          <p:nvPr/>
        </p:nvSpPr>
        <p:spPr>
          <a:xfrm>
            <a:off x="2454782" y="9298304"/>
            <a:ext cx="654050" cy="323215"/>
          </a:xfrm>
          <a:custGeom>
            <a:avLst/>
            <a:gdLst/>
            <a:ahLst/>
            <a:cxnLst/>
            <a:rect l="l" t="t" r="r" b="b"/>
            <a:pathLst>
              <a:path w="654050" h="323215">
                <a:moveTo>
                  <a:pt x="653795" y="0"/>
                </a:moveTo>
                <a:lnTo>
                  <a:pt x="0" y="0"/>
                </a:lnTo>
                <a:lnTo>
                  <a:pt x="0" y="322706"/>
                </a:lnTo>
                <a:lnTo>
                  <a:pt x="653795" y="322706"/>
                </a:lnTo>
                <a:lnTo>
                  <a:pt x="653795" y="0"/>
                </a:lnTo>
                <a:close/>
              </a:path>
            </a:pathLst>
          </a:custGeom>
          <a:solidFill>
            <a:srgbClr val="D0CD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8" name="object 148"/>
          <p:cNvSpPr txBox="1"/>
          <p:nvPr/>
        </p:nvSpPr>
        <p:spPr>
          <a:xfrm>
            <a:off x="2525064" y="9323044"/>
            <a:ext cx="514350" cy="2647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2700" marR="5080">
              <a:lnSpc>
                <a:spcPct val="116100"/>
              </a:lnSpc>
              <a:spcBef>
                <a:spcPts val="90"/>
              </a:spcBef>
            </a:pPr>
            <a:r>
              <a:rPr dirty="0" sz="450">
                <a:latin typeface="Calibri"/>
                <a:cs typeface="Calibri"/>
              </a:rPr>
              <a:t>Speed,</a:t>
            </a:r>
            <a:r>
              <a:rPr dirty="0" sz="450" spc="85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teams,</a:t>
            </a:r>
            <a:r>
              <a:rPr dirty="0" sz="450" spc="85">
                <a:latin typeface="Calibri"/>
                <a:cs typeface="Calibri"/>
              </a:rPr>
              <a:t> </a:t>
            </a:r>
            <a:r>
              <a:rPr dirty="0" sz="450" spc="-25">
                <a:latin typeface="Calibri"/>
                <a:cs typeface="Calibri"/>
              </a:rPr>
              <a:t>tx,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 spc="10">
                <a:latin typeface="Calibri"/>
                <a:cs typeface="Calibri"/>
              </a:rPr>
              <a:t>whatsapp,</a:t>
            </a:r>
            <a:r>
              <a:rPr dirty="0" sz="450" spc="45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outlook,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telefon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149" name="object 149"/>
          <p:cNvSpPr txBox="1"/>
          <p:nvPr/>
        </p:nvSpPr>
        <p:spPr>
          <a:xfrm>
            <a:off x="2032622" y="9361042"/>
            <a:ext cx="361315" cy="34099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 indent="16510">
              <a:lnSpc>
                <a:spcPct val="110000"/>
              </a:lnSpc>
              <a:spcBef>
                <a:spcPts val="65"/>
              </a:spcBef>
            </a:pPr>
            <a:r>
              <a:rPr dirty="0" sz="500" spc="-10">
                <a:latin typeface="Times New Roman"/>
                <a:cs typeface="Times New Roman"/>
              </a:rPr>
              <a:t>parkingów,</a:t>
            </a:r>
            <a:r>
              <a:rPr dirty="0" sz="500" spc="50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uzupełnianie</a:t>
            </a:r>
            <a:endParaRPr sz="500">
              <a:latin typeface="Times New Roman"/>
              <a:cs typeface="Times New Roman"/>
            </a:endParaRPr>
          </a:p>
          <a:p>
            <a:pPr marL="16510" marR="8890" indent="22860">
              <a:lnSpc>
                <a:spcPts val="530"/>
              </a:lnSpc>
              <a:spcBef>
                <a:spcPts val="135"/>
              </a:spcBef>
            </a:pPr>
            <a:r>
              <a:rPr dirty="0" sz="500" spc="-10">
                <a:latin typeface="Times New Roman"/>
                <a:cs typeface="Times New Roman"/>
              </a:rPr>
              <a:t>systemów,</a:t>
            </a:r>
            <a:r>
              <a:rPr dirty="0" sz="500" spc="50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bookowanie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50" name="object 150"/>
          <p:cNvSpPr txBox="1"/>
          <p:nvPr/>
        </p:nvSpPr>
        <p:spPr>
          <a:xfrm>
            <a:off x="2049386" y="9679558"/>
            <a:ext cx="327025" cy="1060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00" spc="-10">
                <a:latin typeface="Times New Roman"/>
                <a:cs typeface="Times New Roman"/>
              </a:rPr>
              <a:t>parkingów,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51" name="object 151"/>
          <p:cNvSpPr txBox="1"/>
          <p:nvPr/>
        </p:nvSpPr>
        <p:spPr>
          <a:xfrm>
            <a:off x="2554401" y="9647427"/>
            <a:ext cx="455930" cy="99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50">
                <a:latin typeface="Calibri"/>
                <a:cs typeface="Calibri"/>
              </a:rPr>
              <a:t>Speed,</a:t>
            </a:r>
            <a:r>
              <a:rPr dirty="0" sz="450" spc="85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teams,</a:t>
            </a:r>
            <a:r>
              <a:rPr dirty="0" sz="450" spc="85">
                <a:latin typeface="Calibri"/>
                <a:cs typeface="Calibri"/>
              </a:rPr>
              <a:t> </a:t>
            </a:r>
            <a:r>
              <a:rPr dirty="0" sz="450" spc="-25">
                <a:latin typeface="Calibri"/>
                <a:cs typeface="Calibri"/>
              </a:rPr>
              <a:t>tx,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152" name="object 152"/>
          <p:cNvSpPr/>
          <p:nvPr/>
        </p:nvSpPr>
        <p:spPr>
          <a:xfrm>
            <a:off x="640079" y="845057"/>
            <a:ext cx="1060450" cy="0"/>
          </a:xfrm>
          <a:custGeom>
            <a:avLst/>
            <a:gdLst/>
            <a:ahLst/>
            <a:cxnLst/>
            <a:rect l="l" t="t" r="r" b="b"/>
            <a:pathLst>
              <a:path w="1060450" h="0">
                <a:moveTo>
                  <a:pt x="0" y="0"/>
                </a:moveTo>
                <a:lnTo>
                  <a:pt x="494538" y="0"/>
                </a:lnTo>
              </a:path>
              <a:path w="1060450" h="0">
                <a:moveTo>
                  <a:pt x="490347" y="0"/>
                </a:moveTo>
                <a:lnTo>
                  <a:pt x="792099" y="0"/>
                </a:lnTo>
              </a:path>
              <a:path w="1060450" h="0">
                <a:moveTo>
                  <a:pt x="787908" y="0"/>
                </a:moveTo>
                <a:lnTo>
                  <a:pt x="1060323" y="0"/>
                </a:lnTo>
              </a:path>
            </a:pathLst>
          </a:custGeom>
          <a:ln w="419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53" name="object 153"/>
          <p:cNvGrpSpPr/>
          <p:nvPr/>
        </p:nvGrpSpPr>
        <p:grpSpPr>
          <a:xfrm>
            <a:off x="635888" y="1368932"/>
            <a:ext cx="3336290" cy="8394700"/>
            <a:chOff x="635888" y="1368932"/>
            <a:chExt cx="3336290" cy="8394700"/>
          </a:xfrm>
        </p:grpSpPr>
        <p:sp>
          <p:nvSpPr>
            <p:cNvPr id="154" name="object 154"/>
            <p:cNvSpPr/>
            <p:nvPr/>
          </p:nvSpPr>
          <p:spPr>
            <a:xfrm>
              <a:off x="640079" y="1368932"/>
              <a:ext cx="3331845" cy="247650"/>
            </a:xfrm>
            <a:custGeom>
              <a:avLst/>
              <a:gdLst/>
              <a:ahLst/>
              <a:cxnLst/>
              <a:rect l="l" t="t" r="r" b="b"/>
              <a:pathLst>
                <a:path w="3331845" h="247650">
                  <a:moveTo>
                    <a:pt x="4191" y="4190"/>
                  </a:moveTo>
                  <a:lnTo>
                    <a:pt x="494538" y="4190"/>
                  </a:lnTo>
                </a:path>
                <a:path w="3331845" h="247650">
                  <a:moveTo>
                    <a:pt x="490347" y="4190"/>
                  </a:moveTo>
                  <a:lnTo>
                    <a:pt x="792099" y="4190"/>
                  </a:lnTo>
                </a:path>
                <a:path w="3331845" h="247650">
                  <a:moveTo>
                    <a:pt x="787908" y="4190"/>
                  </a:moveTo>
                  <a:lnTo>
                    <a:pt x="1060323" y="4190"/>
                  </a:lnTo>
                </a:path>
                <a:path w="3331845" h="247650">
                  <a:moveTo>
                    <a:pt x="1056132" y="4190"/>
                  </a:moveTo>
                  <a:lnTo>
                    <a:pt x="1328547" y="4190"/>
                  </a:lnTo>
                </a:path>
                <a:path w="3331845" h="247650">
                  <a:moveTo>
                    <a:pt x="1324356" y="4190"/>
                  </a:moveTo>
                  <a:lnTo>
                    <a:pt x="1818894" y="4190"/>
                  </a:lnTo>
                </a:path>
                <a:path w="3331845" h="247650">
                  <a:moveTo>
                    <a:pt x="1814703" y="4190"/>
                  </a:moveTo>
                  <a:lnTo>
                    <a:pt x="2468499" y="4190"/>
                  </a:lnTo>
                </a:path>
                <a:path w="3331845" h="247650">
                  <a:moveTo>
                    <a:pt x="2464308" y="4190"/>
                  </a:moveTo>
                  <a:lnTo>
                    <a:pt x="3331845" y="4190"/>
                  </a:lnTo>
                </a:path>
                <a:path w="3331845" h="247650">
                  <a:moveTo>
                    <a:pt x="0" y="0"/>
                  </a:moveTo>
                  <a:lnTo>
                    <a:pt x="0" y="247268"/>
                  </a:lnTo>
                </a:path>
                <a:path w="3331845" h="247650">
                  <a:moveTo>
                    <a:pt x="490347" y="0"/>
                  </a:moveTo>
                  <a:lnTo>
                    <a:pt x="490347" y="247268"/>
                  </a:lnTo>
                </a:path>
                <a:path w="3331845" h="247650">
                  <a:moveTo>
                    <a:pt x="787908" y="0"/>
                  </a:moveTo>
                  <a:lnTo>
                    <a:pt x="787908" y="247268"/>
                  </a:lnTo>
                </a:path>
                <a:path w="3331845" h="247650">
                  <a:moveTo>
                    <a:pt x="1056132" y="0"/>
                  </a:moveTo>
                  <a:lnTo>
                    <a:pt x="1056132" y="247268"/>
                  </a:lnTo>
                </a:path>
                <a:path w="3331845" h="247650">
                  <a:moveTo>
                    <a:pt x="1324356" y="0"/>
                  </a:moveTo>
                  <a:lnTo>
                    <a:pt x="1324356" y="247268"/>
                  </a:lnTo>
                </a:path>
                <a:path w="3331845" h="247650">
                  <a:moveTo>
                    <a:pt x="1814703" y="0"/>
                  </a:moveTo>
                  <a:lnTo>
                    <a:pt x="1814703" y="247268"/>
                  </a:lnTo>
                </a:path>
                <a:path w="3331845" h="247650">
                  <a:moveTo>
                    <a:pt x="2464308" y="0"/>
                  </a:moveTo>
                  <a:lnTo>
                    <a:pt x="2464308" y="247268"/>
                  </a:lnTo>
                </a:path>
                <a:path w="3331845" h="247650">
                  <a:moveTo>
                    <a:pt x="3327654" y="0"/>
                  </a:moveTo>
                  <a:lnTo>
                    <a:pt x="3327654" y="247268"/>
                  </a:lnTo>
                </a:path>
                <a:path w="3331845" h="247650">
                  <a:moveTo>
                    <a:pt x="4191" y="243077"/>
                  </a:moveTo>
                  <a:lnTo>
                    <a:pt x="486156" y="243077"/>
                  </a:lnTo>
                </a:path>
                <a:path w="3331845" h="247650">
                  <a:moveTo>
                    <a:pt x="490347" y="243077"/>
                  </a:moveTo>
                  <a:lnTo>
                    <a:pt x="783717" y="243077"/>
                  </a:lnTo>
                </a:path>
                <a:path w="3331845" h="247650">
                  <a:moveTo>
                    <a:pt x="787908" y="243077"/>
                  </a:moveTo>
                  <a:lnTo>
                    <a:pt x="1051941" y="243077"/>
                  </a:lnTo>
                </a:path>
                <a:path w="3331845" h="247650">
                  <a:moveTo>
                    <a:pt x="1056132" y="243077"/>
                  </a:moveTo>
                  <a:lnTo>
                    <a:pt x="1320165" y="243077"/>
                  </a:lnTo>
                </a:path>
                <a:path w="3331845" h="247650">
                  <a:moveTo>
                    <a:pt x="1324356" y="243077"/>
                  </a:moveTo>
                  <a:lnTo>
                    <a:pt x="1810512" y="243077"/>
                  </a:lnTo>
                </a:path>
                <a:path w="3331845" h="247650">
                  <a:moveTo>
                    <a:pt x="1814703" y="243077"/>
                  </a:moveTo>
                  <a:lnTo>
                    <a:pt x="2460117" y="243077"/>
                  </a:lnTo>
                </a:path>
                <a:path w="3331845" h="247650">
                  <a:moveTo>
                    <a:pt x="2464308" y="243077"/>
                  </a:moveTo>
                  <a:lnTo>
                    <a:pt x="3323463" y="243077"/>
                  </a:lnTo>
                </a:path>
              </a:pathLst>
            </a:custGeom>
            <a:ln w="83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640079" y="1612010"/>
              <a:ext cx="3331845" cy="8151495"/>
            </a:xfrm>
            <a:custGeom>
              <a:avLst/>
              <a:gdLst/>
              <a:ahLst/>
              <a:cxnLst/>
              <a:rect l="l" t="t" r="r" b="b"/>
              <a:pathLst>
                <a:path w="3331845" h="8151495">
                  <a:moveTo>
                    <a:pt x="0" y="0"/>
                  </a:moveTo>
                  <a:lnTo>
                    <a:pt x="0" y="88010"/>
                  </a:lnTo>
                </a:path>
                <a:path w="3331845" h="8151495">
                  <a:moveTo>
                    <a:pt x="490347" y="0"/>
                  </a:moveTo>
                  <a:lnTo>
                    <a:pt x="490347" y="88010"/>
                  </a:lnTo>
                </a:path>
                <a:path w="3331845" h="8151495">
                  <a:moveTo>
                    <a:pt x="787908" y="0"/>
                  </a:moveTo>
                  <a:lnTo>
                    <a:pt x="787908" y="88010"/>
                  </a:lnTo>
                </a:path>
                <a:path w="3331845" h="8151495">
                  <a:moveTo>
                    <a:pt x="1056132" y="0"/>
                  </a:moveTo>
                  <a:lnTo>
                    <a:pt x="1056132" y="88010"/>
                  </a:lnTo>
                </a:path>
                <a:path w="3331845" h="8151495">
                  <a:moveTo>
                    <a:pt x="1324356" y="0"/>
                  </a:moveTo>
                  <a:lnTo>
                    <a:pt x="1324356" y="88010"/>
                  </a:lnTo>
                </a:path>
                <a:path w="3331845" h="8151495">
                  <a:moveTo>
                    <a:pt x="1814703" y="0"/>
                  </a:moveTo>
                  <a:lnTo>
                    <a:pt x="1814703" y="88010"/>
                  </a:lnTo>
                </a:path>
                <a:path w="3331845" h="8151495">
                  <a:moveTo>
                    <a:pt x="2464308" y="0"/>
                  </a:moveTo>
                  <a:lnTo>
                    <a:pt x="2464308" y="88010"/>
                  </a:lnTo>
                </a:path>
                <a:path w="3331845" h="8151495">
                  <a:moveTo>
                    <a:pt x="3327654" y="0"/>
                  </a:moveTo>
                  <a:lnTo>
                    <a:pt x="3327654" y="88010"/>
                  </a:lnTo>
                </a:path>
                <a:path w="3331845" h="8151495">
                  <a:moveTo>
                    <a:pt x="490347" y="83819"/>
                  </a:moveTo>
                  <a:lnTo>
                    <a:pt x="787908" y="83819"/>
                  </a:lnTo>
                </a:path>
                <a:path w="3331845" h="8151495">
                  <a:moveTo>
                    <a:pt x="792099" y="83819"/>
                  </a:moveTo>
                  <a:lnTo>
                    <a:pt x="1056132" y="83819"/>
                  </a:lnTo>
                </a:path>
                <a:path w="3331845" h="8151495">
                  <a:moveTo>
                    <a:pt x="1060323" y="83819"/>
                  </a:moveTo>
                  <a:lnTo>
                    <a:pt x="1324356" y="83819"/>
                  </a:lnTo>
                </a:path>
                <a:path w="3331845" h="8151495">
                  <a:moveTo>
                    <a:pt x="2468499" y="83819"/>
                  </a:moveTo>
                  <a:lnTo>
                    <a:pt x="3327654" y="83819"/>
                  </a:lnTo>
                </a:path>
                <a:path w="3331845" h="8151495">
                  <a:moveTo>
                    <a:pt x="0" y="83819"/>
                  </a:moveTo>
                  <a:lnTo>
                    <a:pt x="0" y="171830"/>
                  </a:lnTo>
                </a:path>
                <a:path w="3331845" h="8151495">
                  <a:moveTo>
                    <a:pt x="490347" y="83819"/>
                  </a:moveTo>
                  <a:lnTo>
                    <a:pt x="490347" y="171830"/>
                  </a:lnTo>
                </a:path>
                <a:path w="3331845" h="8151495">
                  <a:moveTo>
                    <a:pt x="787908" y="83819"/>
                  </a:moveTo>
                  <a:lnTo>
                    <a:pt x="787908" y="171830"/>
                  </a:lnTo>
                </a:path>
                <a:path w="3331845" h="8151495">
                  <a:moveTo>
                    <a:pt x="1056132" y="83819"/>
                  </a:moveTo>
                  <a:lnTo>
                    <a:pt x="1056132" y="171830"/>
                  </a:lnTo>
                </a:path>
                <a:path w="3331845" h="8151495">
                  <a:moveTo>
                    <a:pt x="1324356" y="83819"/>
                  </a:moveTo>
                  <a:lnTo>
                    <a:pt x="1324356" y="171830"/>
                  </a:lnTo>
                </a:path>
                <a:path w="3331845" h="8151495">
                  <a:moveTo>
                    <a:pt x="1814703" y="83819"/>
                  </a:moveTo>
                  <a:lnTo>
                    <a:pt x="1814703" y="171830"/>
                  </a:lnTo>
                </a:path>
                <a:path w="3331845" h="8151495">
                  <a:moveTo>
                    <a:pt x="2464308" y="83819"/>
                  </a:moveTo>
                  <a:lnTo>
                    <a:pt x="2464308" y="171830"/>
                  </a:lnTo>
                </a:path>
                <a:path w="3331845" h="8151495">
                  <a:moveTo>
                    <a:pt x="3327654" y="83819"/>
                  </a:moveTo>
                  <a:lnTo>
                    <a:pt x="3327654" y="171830"/>
                  </a:lnTo>
                </a:path>
                <a:path w="3331845" h="8151495">
                  <a:moveTo>
                    <a:pt x="490347" y="167639"/>
                  </a:moveTo>
                  <a:lnTo>
                    <a:pt x="787908" y="167639"/>
                  </a:lnTo>
                </a:path>
                <a:path w="3331845" h="8151495">
                  <a:moveTo>
                    <a:pt x="792099" y="167639"/>
                  </a:moveTo>
                  <a:lnTo>
                    <a:pt x="1056132" y="167639"/>
                  </a:lnTo>
                </a:path>
                <a:path w="3331845" h="8151495">
                  <a:moveTo>
                    <a:pt x="1060323" y="167639"/>
                  </a:moveTo>
                  <a:lnTo>
                    <a:pt x="1324356" y="167639"/>
                  </a:lnTo>
                </a:path>
                <a:path w="3331845" h="8151495">
                  <a:moveTo>
                    <a:pt x="2468499" y="167639"/>
                  </a:moveTo>
                  <a:lnTo>
                    <a:pt x="3327654" y="167639"/>
                  </a:lnTo>
                </a:path>
                <a:path w="3331845" h="8151495">
                  <a:moveTo>
                    <a:pt x="0" y="167639"/>
                  </a:moveTo>
                  <a:lnTo>
                    <a:pt x="0" y="255650"/>
                  </a:lnTo>
                </a:path>
                <a:path w="3331845" h="8151495">
                  <a:moveTo>
                    <a:pt x="490347" y="167639"/>
                  </a:moveTo>
                  <a:lnTo>
                    <a:pt x="490347" y="255650"/>
                  </a:lnTo>
                </a:path>
                <a:path w="3331845" h="8151495">
                  <a:moveTo>
                    <a:pt x="787908" y="167639"/>
                  </a:moveTo>
                  <a:lnTo>
                    <a:pt x="787908" y="255650"/>
                  </a:lnTo>
                </a:path>
                <a:path w="3331845" h="8151495">
                  <a:moveTo>
                    <a:pt x="1056132" y="167639"/>
                  </a:moveTo>
                  <a:lnTo>
                    <a:pt x="1056132" y="255650"/>
                  </a:lnTo>
                </a:path>
                <a:path w="3331845" h="8151495">
                  <a:moveTo>
                    <a:pt x="1324356" y="167639"/>
                  </a:moveTo>
                  <a:lnTo>
                    <a:pt x="1324356" y="255650"/>
                  </a:lnTo>
                </a:path>
                <a:path w="3331845" h="8151495">
                  <a:moveTo>
                    <a:pt x="1814703" y="167639"/>
                  </a:moveTo>
                  <a:lnTo>
                    <a:pt x="1814703" y="255650"/>
                  </a:lnTo>
                </a:path>
                <a:path w="3331845" h="8151495">
                  <a:moveTo>
                    <a:pt x="2464308" y="167639"/>
                  </a:moveTo>
                  <a:lnTo>
                    <a:pt x="2464308" y="255650"/>
                  </a:lnTo>
                </a:path>
                <a:path w="3331845" h="8151495">
                  <a:moveTo>
                    <a:pt x="3327654" y="167639"/>
                  </a:moveTo>
                  <a:lnTo>
                    <a:pt x="3327654" y="255650"/>
                  </a:lnTo>
                </a:path>
                <a:path w="3331845" h="8151495">
                  <a:moveTo>
                    <a:pt x="0" y="251459"/>
                  </a:moveTo>
                  <a:lnTo>
                    <a:pt x="494538" y="251459"/>
                  </a:lnTo>
                </a:path>
                <a:path w="3331845" h="8151495">
                  <a:moveTo>
                    <a:pt x="490347" y="251459"/>
                  </a:moveTo>
                  <a:lnTo>
                    <a:pt x="787908" y="251459"/>
                  </a:lnTo>
                </a:path>
                <a:path w="3331845" h="8151495">
                  <a:moveTo>
                    <a:pt x="792099" y="251459"/>
                  </a:moveTo>
                  <a:lnTo>
                    <a:pt x="1056132" y="251459"/>
                  </a:lnTo>
                </a:path>
                <a:path w="3331845" h="8151495">
                  <a:moveTo>
                    <a:pt x="1060323" y="251459"/>
                  </a:moveTo>
                  <a:lnTo>
                    <a:pt x="1324356" y="251459"/>
                  </a:lnTo>
                </a:path>
                <a:path w="3331845" h="8151495">
                  <a:moveTo>
                    <a:pt x="1324356" y="251459"/>
                  </a:moveTo>
                  <a:lnTo>
                    <a:pt x="1818894" y="251459"/>
                  </a:lnTo>
                </a:path>
                <a:path w="3331845" h="8151495">
                  <a:moveTo>
                    <a:pt x="1814703" y="251459"/>
                  </a:moveTo>
                  <a:lnTo>
                    <a:pt x="2468499" y="251459"/>
                  </a:lnTo>
                </a:path>
                <a:path w="3331845" h="8151495">
                  <a:moveTo>
                    <a:pt x="2468499" y="251459"/>
                  </a:moveTo>
                  <a:lnTo>
                    <a:pt x="3327654" y="251459"/>
                  </a:lnTo>
                </a:path>
                <a:path w="3331845" h="8151495">
                  <a:moveTo>
                    <a:pt x="0" y="251459"/>
                  </a:moveTo>
                  <a:lnTo>
                    <a:pt x="0" y="335279"/>
                  </a:lnTo>
                </a:path>
                <a:path w="3331845" h="8151495">
                  <a:moveTo>
                    <a:pt x="490347" y="251459"/>
                  </a:moveTo>
                  <a:lnTo>
                    <a:pt x="490347" y="335279"/>
                  </a:lnTo>
                </a:path>
                <a:path w="3331845" h="8151495">
                  <a:moveTo>
                    <a:pt x="787908" y="251459"/>
                  </a:moveTo>
                  <a:lnTo>
                    <a:pt x="787908" y="335279"/>
                  </a:lnTo>
                </a:path>
                <a:path w="3331845" h="8151495">
                  <a:moveTo>
                    <a:pt x="1056132" y="251459"/>
                  </a:moveTo>
                  <a:lnTo>
                    <a:pt x="1056132" y="335279"/>
                  </a:lnTo>
                </a:path>
                <a:path w="3331845" h="8151495">
                  <a:moveTo>
                    <a:pt x="1324356" y="251459"/>
                  </a:moveTo>
                  <a:lnTo>
                    <a:pt x="1324356" y="335279"/>
                  </a:lnTo>
                </a:path>
                <a:path w="3331845" h="8151495">
                  <a:moveTo>
                    <a:pt x="1814703" y="251459"/>
                  </a:moveTo>
                  <a:lnTo>
                    <a:pt x="1814703" y="335279"/>
                  </a:lnTo>
                </a:path>
                <a:path w="3331845" h="8151495">
                  <a:moveTo>
                    <a:pt x="2464308" y="251459"/>
                  </a:moveTo>
                  <a:lnTo>
                    <a:pt x="2464308" y="335279"/>
                  </a:lnTo>
                </a:path>
                <a:path w="3331845" h="8151495">
                  <a:moveTo>
                    <a:pt x="3327654" y="251459"/>
                  </a:moveTo>
                  <a:lnTo>
                    <a:pt x="3327654" y="335279"/>
                  </a:lnTo>
                </a:path>
                <a:path w="3331845" h="8151495">
                  <a:moveTo>
                    <a:pt x="490347" y="331088"/>
                  </a:moveTo>
                  <a:lnTo>
                    <a:pt x="787908" y="331088"/>
                  </a:lnTo>
                </a:path>
                <a:path w="3331845" h="8151495">
                  <a:moveTo>
                    <a:pt x="792099" y="331088"/>
                  </a:moveTo>
                  <a:lnTo>
                    <a:pt x="1056132" y="331088"/>
                  </a:lnTo>
                </a:path>
                <a:path w="3331845" h="8151495">
                  <a:moveTo>
                    <a:pt x="1060323" y="331088"/>
                  </a:moveTo>
                  <a:lnTo>
                    <a:pt x="1324356" y="331088"/>
                  </a:lnTo>
                </a:path>
                <a:path w="3331845" h="8151495">
                  <a:moveTo>
                    <a:pt x="2468499" y="331088"/>
                  </a:moveTo>
                  <a:lnTo>
                    <a:pt x="3327654" y="331088"/>
                  </a:lnTo>
                </a:path>
                <a:path w="3331845" h="8151495">
                  <a:moveTo>
                    <a:pt x="0" y="331088"/>
                  </a:moveTo>
                  <a:lnTo>
                    <a:pt x="0" y="414908"/>
                  </a:lnTo>
                </a:path>
                <a:path w="3331845" h="8151495">
                  <a:moveTo>
                    <a:pt x="490347" y="331088"/>
                  </a:moveTo>
                  <a:lnTo>
                    <a:pt x="490347" y="414908"/>
                  </a:lnTo>
                </a:path>
                <a:path w="3331845" h="8151495">
                  <a:moveTo>
                    <a:pt x="787908" y="331088"/>
                  </a:moveTo>
                  <a:lnTo>
                    <a:pt x="787908" y="414908"/>
                  </a:lnTo>
                </a:path>
                <a:path w="3331845" h="8151495">
                  <a:moveTo>
                    <a:pt x="1056132" y="331088"/>
                  </a:moveTo>
                  <a:lnTo>
                    <a:pt x="1056132" y="414908"/>
                  </a:lnTo>
                </a:path>
                <a:path w="3331845" h="8151495">
                  <a:moveTo>
                    <a:pt x="1324356" y="331088"/>
                  </a:moveTo>
                  <a:lnTo>
                    <a:pt x="1324356" y="414908"/>
                  </a:lnTo>
                </a:path>
                <a:path w="3331845" h="8151495">
                  <a:moveTo>
                    <a:pt x="1814703" y="331088"/>
                  </a:moveTo>
                  <a:lnTo>
                    <a:pt x="1814703" y="414908"/>
                  </a:lnTo>
                </a:path>
                <a:path w="3331845" h="8151495">
                  <a:moveTo>
                    <a:pt x="2464308" y="331088"/>
                  </a:moveTo>
                  <a:lnTo>
                    <a:pt x="2464308" y="414908"/>
                  </a:lnTo>
                </a:path>
                <a:path w="3331845" h="8151495">
                  <a:moveTo>
                    <a:pt x="3327654" y="331088"/>
                  </a:moveTo>
                  <a:lnTo>
                    <a:pt x="3327654" y="414908"/>
                  </a:lnTo>
                </a:path>
                <a:path w="3331845" h="8151495">
                  <a:moveTo>
                    <a:pt x="490347" y="410717"/>
                  </a:moveTo>
                  <a:lnTo>
                    <a:pt x="787908" y="410717"/>
                  </a:lnTo>
                </a:path>
                <a:path w="3331845" h="8151495">
                  <a:moveTo>
                    <a:pt x="792099" y="410717"/>
                  </a:moveTo>
                  <a:lnTo>
                    <a:pt x="1056132" y="410717"/>
                  </a:lnTo>
                </a:path>
                <a:path w="3331845" h="8151495">
                  <a:moveTo>
                    <a:pt x="1060323" y="410717"/>
                  </a:moveTo>
                  <a:lnTo>
                    <a:pt x="1324356" y="410717"/>
                  </a:lnTo>
                </a:path>
                <a:path w="3331845" h="8151495">
                  <a:moveTo>
                    <a:pt x="2468499" y="410717"/>
                  </a:moveTo>
                  <a:lnTo>
                    <a:pt x="3327654" y="410717"/>
                  </a:lnTo>
                </a:path>
                <a:path w="3331845" h="8151495">
                  <a:moveTo>
                    <a:pt x="0" y="410717"/>
                  </a:moveTo>
                  <a:lnTo>
                    <a:pt x="0" y="494537"/>
                  </a:lnTo>
                </a:path>
                <a:path w="3331845" h="8151495">
                  <a:moveTo>
                    <a:pt x="490347" y="410717"/>
                  </a:moveTo>
                  <a:lnTo>
                    <a:pt x="490347" y="494537"/>
                  </a:lnTo>
                </a:path>
                <a:path w="3331845" h="8151495">
                  <a:moveTo>
                    <a:pt x="787908" y="410717"/>
                  </a:moveTo>
                  <a:lnTo>
                    <a:pt x="787908" y="494537"/>
                  </a:lnTo>
                </a:path>
                <a:path w="3331845" h="8151495">
                  <a:moveTo>
                    <a:pt x="1056132" y="410717"/>
                  </a:moveTo>
                  <a:lnTo>
                    <a:pt x="1056132" y="494537"/>
                  </a:lnTo>
                </a:path>
                <a:path w="3331845" h="8151495">
                  <a:moveTo>
                    <a:pt x="1324356" y="410717"/>
                  </a:moveTo>
                  <a:lnTo>
                    <a:pt x="1324356" y="494537"/>
                  </a:lnTo>
                </a:path>
                <a:path w="3331845" h="8151495">
                  <a:moveTo>
                    <a:pt x="1814703" y="410717"/>
                  </a:moveTo>
                  <a:lnTo>
                    <a:pt x="1814703" y="494537"/>
                  </a:lnTo>
                </a:path>
                <a:path w="3331845" h="8151495">
                  <a:moveTo>
                    <a:pt x="2464308" y="410717"/>
                  </a:moveTo>
                  <a:lnTo>
                    <a:pt x="2464308" y="494537"/>
                  </a:lnTo>
                </a:path>
                <a:path w="3331845" h="8151495">
                  <a:moveTo>
                    <a:pt x="3327654" y="410717"/>
                  </a:moveTo>
                  <a:lnTo>
                    <a:pt x="3327654" y="494537"/>
                  </a:lnTo>
                </a:path>
                <a:path w="3331845" h="8151495">
                  <a:moveTo>
                    <a:pt x="490347" y="490346"/>
                  </a:moveTo>
                  <a:lnTo>
                    <a:pt x="787908" y="490346"/>
                  </a:lnTo>
                </a:path>
                <a:path w="3331845" h="8151495">
                  <a:moveTo>
                    <a:pt x="792099" y="490346"/>
                  </a:moveTo>
                  <a:lnTo>
                    <a:pt x="1056132" y="490346"/>
                  </a:lnTo>
                </a:path>
                <a:path w="3331845" h="8151495">
                  <a:moveTo>
                    <a:pt x="1060323" y="490346"/>
                  </a:moveTo>
                  <a:lnTo>
                    <a:pt x="1324356" y="490346"/>
                  </a:lnTo>
                </a:path>
                <a:path w="3331845" h="8151495">
                  <a:moveTo>
                    <a:pt x="2468499" y="490346"/>
                  </a:moveTo>
                  <a:lnTo>
                    <a:pt x="3327654" y="490346"/>
                  </a:lnTo>
                </a:path>
                <a:path w="3331845" h="8151495">
                  <a:moveTo>
                    <a:pt x="0" y="490346"/>
                  </a:moveTo>
                  <a:lnTo>
                    <a:pt x="0" y="574166"/>
                  </a:lnTo>
                </a:path>
                <a:path w="3331845" h="8151495">
                  <a:moveTo>
                    <a:pt x="490347" y="490346"/>
                  </a:moveTo>
                  <a:lnTo>
                    <a:pt x="490347" y="574166"/>
                  </a:lnTo>
                </a:path>
                <a:path w="3331845" h="8151495">
                  <a:moveTo>
                    <a:pt x="787908" y="490346"/>
                  </a:moveTo>
                  <a:lnTo>
                    <a:pt x="787908" y="574166"/>
                  </a:lnTo>
                </a:path>
                <a:path w="3331845" h="8151495">
                  <a:moveTo>
                    <a:pt x="1056132" y="490346"/>
                  </a:moveTo>
                  <a:lnTo>
                    <a:pt x="1056132" y="574166"/>
                  </a:lnTo>
                </a:path>
                <a:path w="3331845" h="8151495">
                  <a:moveTo>
                    <a:pt x="1324356" y="490346"/>
                  </a:moveTo>
                  <a:lnTo>
                    <a:pt x="1324356" y="574166"/>
                  </a:lnTo>
                </a:path>
                <a:path w="3331845" h="8151495">
                  <a:moveTo>
                    <a:pt x="1814703" y="490346"/>
                  </a:moveTo>
                  <a:lnTo>
                    <a:pt x="1814703" y="574166"/>
                  </a:lnTo>
                </a:path>
                <a:path w="3331845" h="8151495">
                  <a:moveTo>
                    <a:pt x="2464308" y="490346"/>
                  </a:moveTo>
                  <a:lnTo>
                    <a:pt x="2464308" y="574166"/>
                  </a:lnTo>
                </a:path>
                <a:path w="3331845" h="8151495">
                  <a:moveTo>
                    <a:pt x="3327654" y="490346"/>
                  </a:moveTo>
                  <a:lnTo>
                    <a:pt x="3327654" y="574166"/>
                  </a:lnTo>
                </a:path>
                <a:path w="3331845" h="8151495">
                  <a:moveTo>
                    <a:pt x="0" y="569975"/>
                  </a:moveTo>
                  <a:lnTo>
                    <a:pt x="494538" y="569975"/>
                  </a:lnTo>
                </a:path>
                <a:path w="3331845" h="8151495">
                  <a:moveTo>
                    <a:pt x="490347" y="569975"/>
                  </a:moveTo>
                  <a:lnTo>
                    <a:pt x="787908" y="569975"/>
                  </a:lnTo>
                </a:path>
                <a:path w="3331845" h="8151495">
                  <a:moveTo>
                    <a:pt x="792099" y="569975"/>
                  </a:moveTo>
                  <a:lnTo>
                    <a:pt x="1056132" y="569975"/>
                  </a:lnTo>
                </a:path>
                <a:path w="3331845" h="8151495">
                  <a:moveTo>
                    <a:pt x="1060323" y="569975"/>
                  </a:moveTo>
                  <a:lnTo>
                    <a:pt x="1324356" y="569975"/>
                  </a:lnTo>
                </a:path>
                <a:path w="3331845" h="8151495">
                  <a:moveTo>
                    <a:pt x="1324356" y="569975"/>
                  </a:moveTo>
                  <a:lnTo>
                    <a:pt x="1818894" y="569975"/>
                  </a:lnTo>
                </a:path>
                <a:path w="3331845" h="8151495">
                  <a:moveTo>
                    <a:pt x="1814703" y="569975"/>
                  </a:moveTo>
                  <a:lnTo>
                    <a:pt x="2468499" y="569975"/>
                  </a:lnTo>
                </a:path>
                <a:path w="3331845" h="8151495">
                  <a:moveTo>
                    <a:pt x="2468499" y="569975"/>
                  </a:moveTo>
                  <a:lnTo>
                    <a:pt x="3327654" y="569975"/>
                  </a:lnTo>
                </a:path>
                <a:path w="3331845" h="8151495">
                  <a:moveTo>
                    <a:pt x="0" y="569975"/>
                  </a:moveTo>
                  <a:lnTo>
                    <a:pt x="0" y="653796"/>
                  </a:lnTo>
                </a:path>
                <a:path w="3331845" h="8151495">
                  <a:moveTo>
                    <a:pt x="490347" y="569975"/>
                  </a:moveTo>
                  <a:lnTo>
                    <a:pt x="490347" y="653796"/>
                  </a:lnTo>
                </a:path>
                <a:path w="3331845" h="8151495">
                  <a:moveTo>
                    <a:pt x="787908" y="569975"/>
                  </a:moveTo>
                  <a:lnTo>
                    <a:pt x="787908" y="653796"/>
                  </a:lnTo>
                </a:path>
                <a:path w="3331845" h="8151495">
                  <a:moveTo>
                    <a:pt x="1056132" y="569975"/>
                  </a:moveTo>
                  <a:lnTo>
                    <a:pt x="1056132" y="653796"/>
                  </a:lnTo>
                </a:path>
                <a:path w="3331845" h="8151495">
                  <a:moveTo>
                    <a:pt x="1324356" y="569975"/>
                  </a:moveTo>
                  <a:lnTo>
                    <a:pt x="1324356" y="653796"/>
                  </a:lnTo>
                </a:path>
                <a:path w="3331845" h="8151495">
                  <a:moveTo>
                    <a:pt x="1814703" y="569975"/>
                  </a:moveTo>
                  <a:lnTo>
                    <a:pt x="1814703" y="653796"/>
                  </a:lnTo>
                </a:path>
                <a:path w="3331845" h="8151495">
                  <a:moveTo>
                    <a:pt x="2464308" y="569975"/>
                  </a:moveTo>
                  <a:lnTo>
                    <a:pt x="2464308" y="653796"/>
                  </a:lnTo>
                </a:path>
                <a:path w="3331845" h="8151495">
                  <a:moveTo>
                    <a:pt x="3327654" y="569975"/>
                  </a:moveTo>
                  <a:lnTo>
                    <a:pt x="3327654" y="653796"/>
                  </a:lnTo>
                </a:path>
                <a:path w="3331845" h="8151495">
                  <a:moveTo>
                    <a:pt x="490347" y="649605"/>
                  </a:moveTo>
                  <a:lnTo>
                    <a:pt x="787908" y="649605"/>
                  </a:lnTo>
                </a:path>
                <a:path w="3331845" h="8151495">
                  <a:moveTo>
                    <a:pt x="792099" y="649605"/>
                  </a:moveTo>
                  <a:lnTo>
                    <a:pt x="1056132" y="649605"/>
                  </a:lnTo>
                </a:path>
                <a:path w="3331845" h="8151495">
                  <a:moveTo>
                    <a:pt x="1060323" y="649605"/>
                  </a:moveTo>
                  <a:lnTo>
                    <a:pt x="1324356" y="649605"/>
                  </a:lnTo>
                </a:path>
                <a:path w="3331845" h="8151495">
                  <a:moveTo>
                    <a:pt x="2468499" y="649605"/>
                  </a:moveTo>
                  <a:lnTo>
                    <a:pt x="3327654" y="649605"/>
                  </a:lnTo>
                </a:path>
                <a:path w="3331845" h="8151495">
                  <a:moveTo>
                    <a:pt x="0" y="649605"/>
                  </a:moveTo>
                  <a:lnTo>
                    <a:pt x="0" y="733425"/>
                  </a:lnTo>
                </a:path>
                <a:path w="3331845" h="8151495">
                  <a:moveTo>
                    <a:pt x="490347" y="649605"/>
                  </a:moveTo>
                  <a:lnTo>
                    <a:pt x="490347" y="733425"/>
                  </a:lnTo>
                </a:path>
                <a:path w="3331845" h="8151495">
                  <a:moveTo>
                    <a:pt x="787908" y="649605"/>
                  </a:moveTo>
                  <a:lnTo>
                    <a:pt x="787908" y="733425"/>
                  </a:lnTo>
                </a:path>
                <a:path w="3331845" h="8151495">
                  <a:moveTo>
                    <a:pt x="1056132" y="649605"/>
                  </a:moveTo>
                  <a:lnTo>
                    <a:pt x="1056132" y="733425"/>
                  </a:lnTo>
                </a:path>
                <a:path w="3331845" h="8151495">
                  <a:moveTo>
                    <a:pt x="1324356" y="649605"/>
                  </a:moveTo>
                  <a:lnTo>
                    <a:pt x="1324356" y="733425"/>
                  </a:lnTo>
                </a:path>
                <a:path w="3331845" h="8151495">
                  <a:moveTo>
                    <a:pt x="1814703" y="649605"/>
                  </a:moveTo>
                  <a:lnTo>
                    <a:pt x="1814703" y="733425"/>
                  </a:lnTo>
                </a:path>
                <a:path w="3331845" h="8151495">
                  <a:moveTo>
                    <a:pt x="2464308" y="649605"/>
                  </a:moveTo>
                  <a:lnTo>
                    <a:pt x="2464308" y="733425"/>
                  </a:lnTo>
                </a:path>
                <a:path w="3331845" h="8151495">
                  <a:moveTo>
                    <a:pt x="3327654" y="649605"/>
                  </a:moveTo>
                  <a:lnTo>
                    <a:pt x="3327654" y="733425"/>
                  </a:lnTo>
                </a:path>
                <a:path w="3331845" h="8151495">
                  <a:moveTo>
                    <a:pt x="490347" y="729234"/>
                  </a:moveTo>
                  <a:lnTo>
                    <a:pt x="787908" y="729234"/>
                  </a:lnTo>
                </a:path>
                <a:path w="3331845" h="8151495">
                  <a:moveTo>
                    <a:pt x="792099" y="729234"/>
                  </a:moveTo>
                  <a:lnTo>
                    <a:pt x="1056132" y="729234"/>
                  </a:lnTo>
                </a:path>
                <a:path w="3331845" h="8151495">
                  <a:moveTo>
                    <a:pt x="1060323" y="729234"/>
                  </a:moveTo>
                  <a:lnTo>
                    <a:pt x="1324356" y="729234"/>
                  </a:lnTo>
                </a:path>
                <a:path w="3331845" h="8151495">
                  <a:moveTo>
                    <a:pt x="2468499" y="729234"/>
                  </a:moveTo>
                  <a:lnTo>
                    <a:pt x="3327654" y="729234"/>
                  </a:lnTo>
                </a:path>
                <a:path w="3331845" h="8151495">
                  <a:moveTo>
                    <a:pt x="0" y="729234"/>
                  </a:moveTo>
                  <a:lnTo>
                    <a:pt x="0" y="813054"/>
                  </a:lnTo>
                </a:path>
                <a:path w="3331845" h="8151495">
                  <a:moveTo>
                    <a:pt x="490347" y="729234"/>
                  </a:moveTo>
                  <a:lnTo>
                    <a:pt x="490347" y="813054"/>
                  </a:lnTo>
                </a:path>
                <a:path w="3331845" h="8151495">
                  <a:moveTo>
                    <a:pt x="787908" y="729234"/>
                  </a:moveTo>
                  <a:lnTo>
                    <a:pt x="787908" y="813054"/>
                  </a:lnTo>
                </a:path>
                <a:path w="3331845" h="8151495">
                  <a:moveTo>
                    <a:pt x="1056132" y="729234"/>
                  </a:moveTo>
                  <a:lnTo>
                    <a:pt x="1056132" y="813054"/>
                  </a:lnTo>
                </a:path>
                <a:path w="3331845" h="8151495">
                  <a:moveTo>
                    <a:pt x="1324356" y="729234"/>
                  </a:moveTo>
                  <a:lnTo>
                    <a:pt x="1324356" y="813054"/>
                  </a:lnTo>
                </a:path>
                <a:path w="3331845" h="8151495">
                  <a:moveTo>
                    <a:pt x="1814703" y="729234"/>
                  </a:moveTo>
                  <a:lnTo>
                    <a:pt x="1814703" y="813054"/>
                  </a:lnTo>
                </a:path>
                <a:path w="3331845" h="8151495">
                  <a:moveTo>
                    <a:pt x="2464308" y="729234"/>
                  </a:moveTo>
                  <a:lnTo>
                    <a:pt x="2464308" y="813054"/>
                  </a:lnTo>
                </a:path>
                <a:path w="3331845" h="8151495">
                  <a:moveTo>
                    <a:pt x="3327654" y="729234"/>
                  </a:moveTo>
                  <a:lnTo>
                    <a:pt x="3327654" y="813054"/>
                  </a:lnTo>
                </a:path>
                <a:path w="3331845" h="8151495">
                  <a:moveTo>
                    <a:pt x="490347" y="808863"/>
                  </a:moveTo>
                  <a:lnTo>
                    <a:pt x="787908" y="808863"/>
                  </a:lnTo>
                </a:path>
                <a:path w="3331845" h="8151495">
                  <a:moveTo>
                    <a:pt x="792099" y="808863"/>
                  </a:moveTo>
                  <a:lnTo>
                    <a:pt x="1056132" y="808863"/>
                  </a:lnTo>
                </a:path>
                <a:path w="3331845" h="8151495">
                  <a:moveTo>
                    <a:pt x="1060323" y="808863"/>
                  </a:moveTo>
                  <a:lnTo>
                    <a:pt x="1324356" y="808863"/>
                  </a:lnTo>
                </a:path>
                <a:path w="3331845" h="8151495">
                  <a:moveTo>
                    <a:pt x="2468499" y="808863"/>
                  </a:moveTo>
                  <a:lnTo>
                    <a:pt x="3327654" y="808863"/>
                  </a:lnTo>
                </a:path>
                <a:path w="3331845" h="8151495">
                  <a:moveTo>
                    <a:pt x="0" y="808863"/>
                  </a:moveTo>
                  <a:lnTo>
                    <a:pt x="0" y="892683"/>
                  </a:lnTo>
                </a:path>
                <a:path w="3331845" h="8151495">
                  <a:moveTo>
                    <a:pt x="490347" y="808863"/>
                  </a:moveTo>
                  <a:lnTo>
                    <a:pt x="490347" y="892683"/>
                  </a:lnTo>
                </a:path>
                <a:path w="3331845" h="8151495">
                  <a:moveTo>
                    <a:pt x="787908" y="808863"/>
                  </a:moveTo>
                  <a:lnTo>
                    <a:pt x="787908" y="892683"/>
                  </a:lnTo>
                </a:path>
                <a:path w="3331845" h="8151495">
                  <a:moveTo>
                    <a:pt x="1056132" y="808863"/>
                  </a:moveTo>
                  <a:lnTo>
                    <a:pt x="1056132" y="892683"/>
                  </a:lnTo>
                </a:path>
                <a:path w="3331845" h="8151495">
                  <a:moveTo>
                    <a:pt x="1324356" y="808863"/>
                  </a:moveTo>
                  <a:lnTo>
                    <a:pt x="1324356" y="892683"/>
                  </a:lnTo>
                </a:path>
                <a:path w="3331845" h="8151495">
                  <a:moveTo>
                    <a:pt x="1814703" y="808863"/>
                  </a:moveTo>
                  <a:lnTo>
                    <a:pt x="1814703" y="892683"/>
                  </a:lnTo>
                </a:path>
                <a:path w="3331845" h="8151495">
                  <a:moveTo>
                    <a:pt x="2464308" y="808863"/>
                  </a:moveTo>
                  <a:lnTo>
                    <a:pt x="2464308" y="892683"/>
                  </a:lnTo>
                </a:path>
                <a:path w="3331845" h="8151495">
                  <a:moveTo>
                    <a:pt x="3327654" y="808863"/>
                  </a:moveTo>
                  <a:lnTo>
                    <a:pt x="3327654" y="892683"/>
                  </a:lnTo>
                </a:path>
                <a:path w="3331845" h="8151495">
                  <a:moveTo>
                    <a:pt x="0" y="888492"/>
                  </a:moveTo>
                  <a:lnTo>
                    <a:pt x="494538" y="888492"/>
                  </a:lnTo>
                </a:path>
                <a:path w="3331845" h="8151495">
                  <a:moveTo>
                    <a:pt x="490347" y="888492"/>
                  </a:moveTo>
                  <a:lnTo>
                    <a:pt x="787908" y="888492"/>
                  </a:lnTo>
                </a:path>
                <a:path w="3331845" h="8151495">
                  <a:moveTo>
                    <a:pt x="792099" y="888492"/>
                  </a:moveTo>
                  <a:lnTo>
                    <a:pt x="1056132" y="888492"/>
                  </a:lnTo>
                </a:path>
                <a:path w="3331845" h="8151495">
                  <a:moveTo>
                    <a:pt x="1060323" y="888492"/>
                  </a:moveTo>
                  <a:lnTo>
                    <a:pt x="1324356" y="888492"/>
                  </a:lnTo>
                </a:path>
                <a:path w="3331845" h="8151495">
                  <a:moveTo>
                    <a:pt x="1324356" y="888492"/>
                  </a:moveTo>
                  <a:lnTo>
                    <a:pt x="1818894" y="888492"/>
                  </a:lnTo>
                </a:path>
                <a:path w="3331845" h="8151495">
                  <a:moveTo>
                    <a:pt x="1814703" y="888492"/>
                  </a:moveTo>
                  <a:lnTo>
                    <a:pt x="2468499" y="888492"/>
                  </a:lnTo>
                </a:path>
                <a:path w="3331845" h="8151495">
                  <a:moveTo>
                    <a:pt x="2468499" y="888492"/>
                  </a:moveTo>
                  <a:lnTo>
                    <a:pt x="3327654" y="888492"/>
                  </a:lnTo>
                </a:path>
                <a:path w="3331845" h="8151495">
                  <a:moveTo>
                    <a:pt x="0" y="888492"/>
                  </a:moveTo>
                  <a:lnTo>
                    <a:pt x="0" y="976503"/>
                  </a:lnTo>
                </a:path>
                <a:path w="3331845" h="8151495">
                  <a:moveTo>
                    <a:pt x="490347" y="888492"/>
                  </a:moveTo>
                  <a:lnTo>
                    <a:pt x="490347" y="976503"/>
                  </a:lnTo>
                </a:path>
                <a:path w="3331845" h="8151495">
                  <a:moveTo>
                    <a:pt x="787908" y="888492"/>
                  </a:moveTo>
                  <a:lnTo>
                    <a:pt x="787908" y="976503"/>
                  </a:lnTo>
                </a:path>
                <a:path w="3331845" h="8151495">
                  <a:moveTo>
                    <a:pt x="1056132" y="888492"/>
                  </a:moveTo>
                  <a:lnTo>
                    <a:pt x="1056132" y="976503"/>
                  </a:lnTo>
                </a:path>
                <a:path w="3331845" h="8151495">
                  <a:moveTo>
                    <a:pt x="1324356" y="888492"/>
                  </a:moveTo>
                  <a:lnTo>
                    <a:pt x="1324356" y="976503"/>
                  </a:lnTo>
                </a:path>
                <a:path w="3331845" h="8151495">
                  <a:moveTo>
                    <a:pt x="1814703" y="888492"/>
                  </a:moveTo>
                  <a:lnTo>
                    <a:pt x="1814703" y="976503"/>
                  </a:lnTo>
                </a:path>
                <a:path w="3331845" h="8151495">
                  <a:moveTo>
                    <a:pt x="2464308" y="888492"/>
                  </a:moveTo>
                  <a:lnTo>
                    <a:pt x="2464308" y="976503"/>
                  </a:lnTo>
                </a:path>
                <a:path w="3331845" h="8151495">
                  <a:moveTo>
                    <a:pt x="3327654" y="888492"/>
                  </a:moveTo>
                  <a:lnTo>
                    <a:pt x="3327654" y="976503"/>
                  </a:lnTo>
                </a:path>
                <a:path w="3331845" h="8151495">
                  <a:moveTo>
                    <a:pt x="490347" y="972312"/>
                  </a:moveTo>
                  <a:lnTo>
                    <a:pt x="787908" y="972312"/>
                  </a:lnTo>
                </a:path>
                <a:path w="3331845" h="8151495">
                  <a:moveTo>
                    <a:pt x="792099" y="972312"/>
                  </a:moveTo>
                  <a:lnTo>
                    <a:pt x="1056132" y="972312"/>
                  </a:lnTo>
                </a:path>
                <a:path w="3331845" h="8151495">
                  <a:moveTo>
                    <a:pt x="1060323" y="972312"/>
                  </a:moveTo>
                  <a:lnTo>
                    <a:pt x="1324356" y="972312"/>
                  </a:lnTo>
                </a:path>
                <a:path w="3331845" h="8151495">
                  <a:moveTo>
                    <a:pt x="2468499" y="972312"/>
                  </a:moveTo>
                  <a:lnTo>
                    <a:pt x="3327654" y="972312"/>
                  </a:lnTo>
                </a:path>
                <a:path w="3331845" h="8151495">
                  <a:moveTo>
                    <a:pt x="0" y="972312"/>
                  </a:moveTo>
                  <a:lnTo>
                    <a:pt x="0" y="1060323"/>
                  </a:lnTo>
                </a:path>
                <a:path w="3331845" h="8151495">
                  <a:moveTo>
                    <a:pt x="490347" y="972312"/>
                  </a:moveTo>
                  <a:lnTo>
                    <a:pt x="490347" y="1060323"/>
                  </a:lnTo>
                </a:path>
                <a:path w="3331845" h="8151495">
                  <a:moveTo>
                    <a:pt x="787908" y="972312"/>
                  </a:moveTo>
                  <a:lnTo>
                    <a:pt x="787908" y="1060323"/>
                  </a:lnTo>
                </a:path>
                <a:path w="3331845" h="8151495">
                  <a:moveTo>
                    <a:pt x="1056132" y="972312"/>
                  </a:moveTo>
                  <a:lnTo>
                    <a:pt x="1056132" y="1060323"/>
                  </a:lnTo>
                </a:path>
                <a:path w="3331845" h="8151495">
                  <a:moveTo>
                    <a:pt x="1324356" y="972312"/>
                  </a:moveTo>
                  <a:lnTo>
                    <a:pt x="1324356" y="1060323"/>
                  </a:lnTo>
                </a:path>
                <a:path w="3331845" h="8151495">
                  <a:moveTo>
                    <a:pt x="1814703" y="972312"/>
                  </a:moveTo>
                  <a:lnTo>
                    <a:pt x="1814703" y="1060323"/>
                  </a:lnTo>
                </a:path>
                <a:path w="3331845" h="8151495">
                  <a:moveTo>
                    <a:pt x="2464308" y="972312"/>
                  </a:moveTo>
                  <a:lnTo>
                    <a:pt x="2464308" y="1060323"/>
                  </a:lnTo>
                </a:path>
                <a:path w="3331845" h="8151495">
                  <a:moveTo>
                    <a:pt x="3327654" y="972312"/>
                  </a:moveTo>
                  <a:lnTo>
                    <a:pt x="3327654" y="1060323"/>
                  </a:lnTo>
                </a:path>
                <a:path w="3331845" h="8151495">
                  <a:moveTo>
                    <a:pt x="490347" y="1056132"/>
                  </a:moveTo>
                  <a:lnTo>
                    <a:pt x="787908" y="1056132"/>
                  </a:lnTo>
                </a:path>
                <a:path w="3331845" h="8151495">
                  <a:moveTo>
                    <a:pt x="792099" y="1056132"/>
                  </a:moveTo>
                  <a:lnTo>
                    <a:pt x="1056132" y="1056132"/>
                  </a:lnTo>
                </a:path>
                <a:path w="3331845" h="8151495">
                  <a:moveTo>
                    <a:pt x="1060323" y="1056132"/>
                  </a:moveTo>
                  <a:lnTo>
                    <a:pt x="1324356" y="1056132"/>
                  </a:lnTo>
                </a:path>
                <a:path w="3331845" h="8151495">
                  <a:moveTo>
                    <a:pt x="2468499" y="1056132"/>
                  </a:moveTo>
                  <a:lnTo>
                    <a:pt x="3327654" y="1056132"/>
                  </a:lnTo>
                </a:path>
                <a:path w="3331845" h="8151495">
                  <a:moveTo>
                    <a:pt x="0" y="1056132"/>
                  </a:moveTo>
                  <a:lnTo>
                    <a:pt x="0" y="1144143"/>
                  </a:lnTo>
                </a:path>
                <a:path w="3331845" h="8151495">
                  <a:moveTo>
                    <a:pt x="490347" y="1056132"/>
                  </a:moveTo>
                  <a:lnTo>
                    <a:pt x="490347" y="1144143"/>
                  </a:lnTo>
                </a:path>
                <a:path w="3331845" h="8151495">
                  <a:moveTo>
                    <a:pt x="787908" y="1056132"/>
                  </a:moveTo>
                  <a:lnTo>
                    <a:pt x="787908" y="1144143"/>
                  </a:lnTo>
                </a:path>
                <a:path w="3331845" h="8151495">
                  <a:moveTo>
                    <a:pt x="1056132" y="1056132"/>
                  </a:moveTo>
                  <a:lnTo>
                    <a:pt x="1056132" y="1144143"/>
                  </a:lnTo>
                </a:path>
                <a:path w="3331845" h="8151495">
                  <a:moveTo>
                    <a:pt x="1324356" y="1056132"/>
                  </a:moveTo>
                  <a:lnTo>
                    <a:pt x="1324356" y="1144143"/>
                  </a:lnTo>
                </a:path>
                <a:path w="3331845" h="8151495">
                  <a:moveTo>
                    <a:pt x="1814703" y="1056132"/>
                  </a:moveTo>
                  <a:lnTo>
                    <a:pt x="1814703" y="1144143"/>
                  </a:lnTo>
                </a:path>
                <a:path w="3331845" h="8151495">
                  <a:moveTo>
                    <a:pt x="2464308" y="1056132"/>
                  </a:moveTo>
                  <a:lnTo>
                    <a:pt x="2464308" y="1144143"/>
                  </a:lnTo>
                </a:path>
                <a:path w="3331845" h="8151495">
                  <a:moveTo>
                    <a:pt x="3327654" y="1056132"/>
                  </a:moveTo>
                  <a:lnTo>
                    <a:pt x="3327654" y="1144143"/>
                  </a:lnTo>
                </a:path>
                <a:path w="3331845" h="8151495">
                  <a:moveTo>
                    <a:pt x="0" y="1139952"/>
                  </a:moveTo>
                  <a:lnTo>
                    <a:pt x="494538" y="1139952"/>
                  </a:lnTo>
                </a:path>
                <a:path w="3331845" h="8151495">
                  <a:moveTo>
                    <a:pt x="490347" y="1139952"/>
                  </a:moveTo>
                  <a:lnTo>
                    <a:pt x="787908" y="1139952"/>
                  </a:lnTo>
                </a:path>
                <a:path w="3331845" h="8151495">
                  <a:moveTo>
                    <a:pt x="792099" y="1139952"/>
                  </a:moveTo>
                  <a:lnTo>
                    <a:pt x="1056132" y="1139952"/>
                  </a:lnTo>
                </a:path>
                <a:path w="3331845" h="8151495">
                  <a:moveTo>
                    <a:pt x="1060323" y="1139952"/>
                  </a:moveTo>
                  <a:lnTo>
                    <a:pt x="1324356" y="1139952"/>
                  </a:lnTo>
                </a:path>
                <a:path w="3331845" h="8151495">
                  <a:moveTo>
                    <a:pt x="1324356" y="1139952"/>
                  </a:moveTo>
                  <a:lnTo>
                    <a:pt x="1818894" y="1139952"/>
                  </a:lnTo>
                </a:path>
                <a:path w="3331845" h="8151495">
                  <a:moveTo>
                    <a:pt x="1814703" y="1139952"/>
                  </a:moveTo>
                  <a:lnTo>
                    <a:pt x="2468499" y="1139952"/>
                  </a:lnTo>
                </a:path>
                <a:path w="3331845" h="8151495">
                  <a:moveTo>
                    <a:pt x="2468499" y="1139952"/>
                  </a:moveTo>
                  <a:lnTo>
                    <a:pt x="3327654" y="1139952"/>
                  </a:lnTo>
                </a:path>
                <a:path w="3331845" h="8151495">
                  <a:moveTo>
                    <a:pt x="0" y="1139952"/>
                  </a:moveTo>
                  <a:lnTo>
                    <a:pt x="0" y="1227963"/>
                  </a:lnTo>
                </a:path>
                <a:path w="3331845" h="8151495">
                  <a:moveTo>
                    <a:pt x="490347" y="1139952"/>
                  </a:moveTo>
                  <a:lnTo>
                    <a:pt x="490347" y="1227963"/>
                  </a:lnTo>
                </a:path>
                <a:path w="3331845" h="8151495">
                  <a:moveTo>
                    <a:pt x="787908" y="1139952"/>
                  </a:moveTo>
                  <a:lnTo>
                    <a:pt x="787908" y="1227963"/>
                  </a:lnTo>
                </a:path>
                <a:path w="3331845" h="8151495">
                  <a:moveTo>
                    <a:pt x="1056132" y="1139952"/>
                  </a:moveTo>
                  <a:lnTo>
                    <a:pt x="1056132" y="1227963"/>
                  </a:lnTo>
                </a:path>
                <a:path w="3331845" h="8151495">
                  <a:moveTo>
                    <a:pt x="1324356" y="1139952"/>
                  </a:moveTo>
                  <a:lnTo>
                    <a:pt x="1324356" y="1227963"/>
                  </a:lnTo>
                </a:path>
                <a:path w="3331845" h="8151495">
                  <a:moveTo>
                    <a:pt x="1814703" y="1139952"/>
                  </a:moveTo>
                  <a:lnTo>
                    <a:pt x="1814703" y="1227963"/>
                  </a:lnTo>
                </a:path>
                <a:path w="3331845" h="8151495">
                  <a:moveTo>
                    <a:pt x="2464308" y="1139952"/>
                  </a:moveTo>
                  <a:lnTo>
                    <a:pt x="2464308" y="1227963"/>
                  </a:lnTo>
                </a:path>
                <a:path w="3331845" h="8151495">
                  <a:moveTo>
                    <a:pt x="3327654" y="1139952"/>
                  </a:moveTo>
                  <a:lnTo>
                    <a:pt x="3327654" y="1227963"/>
                  </a:lnTo>
                </a:path>
                <a:path w="3331845" h="8151495">
                  <a:moveTo>
                    <a:pt x="490347" y="1223772"/>
                  </a:moveTo>
                  <a:lnTo>
                    <a:pt x="787908" y="1223772"/>
                  </a:lnTo>
                </a:path>
                <a:path w="3331845" h="8151495">
                  <a:moveTo>
                    <a:pt x="792099" y="1223772"/>
                  </a:moveTo>
                  <a:lnTo>
                    <a:pt x="1056132" y="1223772"/>
                  </a:lnTo>
                </a:path>
                <a:path w="3331845" h="8151495">
                  <a:moveTo>
                    <a:pt x="1060323" y="1223772"/>
                  </a:moveTo>
                  <a:lnTo>
                    <a:pt x="1324356" y="1223772"/>
                  </a:lnTo>
                </a:path>
                <a:path w="3331845" h="8151495">
                  <a:moveTo>
                    <a:pt x="2468499" y="1223772"/>
                  </a:moveTo>
                  <a:lnTo>
                    <a:pt x="3327654" y="1223772"/>
                  </a:lnTo>
                </a:path>
                <a:path w="3331845" h="8151495">
                  <a:moveTo>
                    <a:pt x="0" y="1223772"/>
                  </a:moveTo>
                  <a:lnTo>
                    <a:pt x="0" y="1311783"/>
                  </a:lnTo>
                </a:path>
                <a:path w="3331845" h="8151495">
                  <a:moveTo>
                    <a:pt x="490347" y="1223772"/>
                  </a:moveTo>
                  <a:lnTo>
                    <a:pt x="490347" y="1311783"/>
                  </a:lnTo>
                </a:path>
                <a:path w="3331845" h="8151495">
                  <a:moveTo>
                    <a:pt x="787908" y="1223772"/>
                  </a:moveTo>
                  <a:lnTo>
                    <a:pt x="787908" y="1311783"/>
                  </a:lnTo>
                </a:path>
                <a:path w="3331845" h="8151495">
                  <a:moveTo>
                    <a:pt x="1056132" y="1223772"/>
                  </a:moveTo>
                  <a:lnTo>
                    <a:pt x="1056132" y="1311783"/>
                  </a:lnTo>
                </a:path>
                <a:path w="3331845" h="8151495">
                  <a:moveTo>
                    <a:pt x="1324356" y="1223772"/>
                  </a:moveTo>
                  <a:lnTo>
                    <a:pt x="1324356" y="1311783"/>
                  </a:lnTo>
                </a:path>
                <a:path w="3331845" h="8151495">
                  <a:moveTo>
                    <a:pt x="1814703" y="1223772"/>
                  </a:moveTo>
                  <a:lnTo>
                    <a:pt x="1814703" y="1311783"/>
                  </a:lnTo>
                </a:path>
                <a:path w="3331845" h="8151495">
                  <a:moveTo>
                    <a:pt x="2464308" y="1223772"/>
                  </a:moveTo>
                  <a:lnTo>
                    <a:pt x="2464308" y="1311783"/>
                  </a:lnTo>
                </a:path>
                <a:path w="3331845" h="8151495">
                  <a:moveTo>
                    <a:pt x="3327654" y="1223772"/>
                  </a:moveTo>
                  <a:lnTo>
                    <a:pt x="3327654" y="1311783"/>
                  </a:lnTo>
                </a:path>
                <a:path w="3331845" h="8151495">
                  <a:moveTo>
                    <a:pt x="490347" y="1307592"/>
                  </a:moveTo>
                  <a:lnTo>
                    <a:pt x="787908" y="1307592"/>
                  </a:lnTo>
                </a:path>
                <a:path w="3331845" h="8151495">
                  <a:moveTo>
                    <a:pt x="792099" y="1307592"/>
                  </a:moveTo>
                  <a:lnTo>
                    <a:pt x="1056132" y="1307592"/>
                  </a:lnTo>
                </a:path>
                <a:path w="3331845" h="8151495">
                  <a:moveTo>
                    <a:pt x="1060323" y="1307592"/>
                  </a:moveTo>
                  <a:lnTo>
                    <a:pt x="1324356" y="1307592"/>
                  </a:lnTo>
                </a:path>
                <a:path w="3331845" h="8151495">
                  <a:moveTo>
                    <a:pt x="2468499" y="1307592"/>
                  </a:moveTo>
                  <a:lnTo>
                    <a:pt x="3327654" y="1307592"/>
                  </a:lnTo>
                </a:path>
                <a:path w="3331845" h="8151495">
                  <a:moveTo>
                    <a:pt x="0" y="1307592"/>
                  </a:moveTo>
                  <a:lnTo>
                    <a:pt x="0" y="1395603"/>
                  </a:lnTo>
                </a:path>
                <a:path w="3331845" h="8151495">
                  <a:moveTo>
                    <a:pt x="490347" y="1307592"/>
                  </a:moveTo>
                  <a:lnTo>
                    <a:pt x="490347" y="1395603"/>
                  </a:lnTo>
                </a:path>
                <a:path w="3331845" h="8151495">
                  <a:moveTo>
                    <a:pt x="787908" y="1307592"/>
                  </a:moveTo>
                  <a:lnTo>
                    <a:pt x="787908" y="1395603"/>
                  </a:lnTo>
                </a:path>
                <a:path w="3331845" h="8151495">
                  <a:moveTo>
                    <a:pt x="1056132" y="1307592"/>
                  </a:moveTo>
                  <a:lnTo>
                    <a:pt x="1056132" y="1395603"/>
                  </a:lnTo>
                </a:path>
                <a:path w="3331845" h="8151495">
                  <a:moveTo>
                    <a:pt x="1324356" y="1307592"/>
                  </a:moveTo>
                  <a:lnTo>
                    <a:pt x="1324356" y="1395603"/>
                  </a:lnTo>
                </a:path>
                <a:path w="3331845" h="8151495">
                  <a:moveTo>
                    <a:pt x="1814703" y="1307592"/>
                  </a:moveTo>
                  <a:lnTo>
                    <a:pt x="1814703" y="1395603"/>
                  </a:lnTo>
                </a:path>
                <a:path w="3331845" h="8151495">
                  <a:moveTo>
                    <a:pt x="2464308" y="1307592"/>
                  </a:moveTo>
                  <a:lnTo>
                    <a:pt x="2464308" y="1395603"/>
                  </a:lnTo>
                </a:path>
                <a:path w="3331845" h="8151495">
                  <a:moveTo>
                    <a:pt x="3327654" y="1307592"/>
                  </a:moveTo>
                  <a:lnTo>
                    <a:pt x="3327654" y="1395603"/>
                  </a:lnTo>
                </a:path>
                <a:path w="3331845" h="8151495">
                  <a:moveTo>
                    <a:pt x="0" y="1391412"/>
                  </a:moveTo>
                  <a:lnTo>
                    <a:pt x="494538" y="1391412"/>
                  </a:lnTo>
                </a:path>
                <a:path w="3331845" h="8151495">
                  <a:moveTo>
                    <a:pt x="490347" y="1391412"/>
                  </a:moveTo>
                  <a:lnTo>
                    <a:pt x="787908" y="1391412"/>
                  </a:lnTo>
                </a:path>
                <a:path w="3331845" h="8151495">
                  <a:moveTo>
                    <a:pt x="792099" y="1391412"/>
                  </a:moveTo>
                  <a:lnTo>
                    <a:pt x="1056132" y="1391412"/>
                  </a:lnTo>
                </a:path>
                <a:path w="3331845" h="8151495">
                  <a:moveTo>
                    <a:pt x="1060323" y="1391412"/>
                  </a:moveTo>
                  <a:lnTo>
                    <a:pt x="1324356" y="1391412"/>
                  </a:lnTo>
                </a:path>
                <a:path w="3331845" h="8151495">
                  <a:moveTo>
                    <a:pt x="1324356" y="1391412"/>
                  </a:moveTo>
                  <a:lnTo>
                    <a:pt x="1818894" y="1391412"/>
                  </a:lnTo>
                </a:path>
                <a:path w="3331845" h="8151495">
                  <a:moveTo>
                    <a:pt x="1814703" y="1391412"/>
                  </a:moveTo>
                  <a:lnTo>
                    <a:pt x="2468499" y="1391412"/>
                  </a:lnTo>
                </a:path>
                <a:path w="3331845" h="8151495">
                  <a:moveTo>
                    <a:pt x="2468499" y="1391412"/>
                  </a:moveTo>
                  <a:lnTo>
                    <a:pt x="3327654" y="1391412"/>
                  </a:lnTo>
                </a:path>
                <a:path w="3331845" h="8151495">
                  <a:moveTo>
                    <a:pt x="0" y="1391412"/>
                  </a:moveTo>
                  <a:lnTo>
                    <a:pt x="0" y="1475232"/>
                  </a:lnTo>
                </a:path>
                <a:path w="3331845" h="8151495">
                  <a:moveTo>
                    <a:pt x="490347" y="1391412"/>
                  </a:moveTo>
                  <a:lnTo>
                    <a:pt x="490347" y="1475232"/>
                  </a:lnTo>
                </a:path>
                <a:path w="3331845" h="8151495">
                  <a:moveTo>
                    <a:pt x="787908" y="1391412"/>
                  </a:moveTo>
                  <a:lnTo>
                    <a:pt x="787908" y="1475232"/>
                  </a:lnTo>
                </a:path>
                <a:path w="3331845" h="8151495">
                  <a:moveTo>
                    <a:pt x="1056132" y="1391412"/>
                  </a:moveTo>
                  <a:lnTo>
                    <a:pt x="1056132" y="1475232"/>
                  </a:lnTo>
                </a:path>
                <a:path w="3331845" h="8151495">
                  <a:moveTo>
                    <a:pt x="1324356" y="1391412"/>
                  </a:moveTo>
                  <a:lnTo>
                    <a:pt x="1324356" y="1475232"/>
                  </a:lnTo>
                </a:path>
                <a:path w="3331845" h="8151495">
                  <a:moveTo>
                    <a:pt x="1814703" y="1391412"/>
                  </a:moveTo>
                  <a:lnTo>
                    <a:pt x="1814703" y="1475232"/>
                  </a:lnTo>
                </a:path>
                <a:path w="3331845" h="8151495">
                  <a:moveTo>
                    <a:pt x="2464308" y="1391412"/>
                  </a:moveTo>
                  <a:lnTo>
                    <a:pt x="2464308" y="1475232"/>
                  </a:lnTo>
                </a:path>
                <a:path w="3331845" h="8151495">
                  <a:moveTo>
                    <a:pt x="3327654" y="1391412"/>
                  </a:moveTo>
                  <a:lnTo>
                    <a:pt x="3327654" y="1475232"/>
                  </a:lnTo>
                </a:path>
                <a:path w="3331845" h="8151495">
                  <a:moveTo>
                    <a:pt x="490347" y="1471041"/>
                  </a:moveTo>
                  <a:lnTo>
                    <a:pt x="787908" y="1471041"/>
                  </a:lnTo>
                </a:path>
                <a:path w="3331845" h="8151495">
                  <a:moveTo>
                    <a:pt x="792099" y="1471041"/>
                  </a:moveTo>
                  <a:lnTo>
                    <a:pt x="1056132" y="1471041"/>
                  </a:lnTo>
                </a:path>
                <a:path w="3331845" h="8151495">
                  <a:moveTo>
                    <a:pt x="1060323" y="1471041"/>
                  </a:moveTo>
                  <a:lnTo>
                    <a:pt x="1324356" y="1471041"/>
                  </a:lnTo>
                </a:path>
                <a:path w="3331845" h="8151495">
                  <a:moveTo>
                    <a:pt x="2468499" y="1471041"/>
                  </a:moveTo>
                  <a:lnTo>
                    <a:pt x="3327654" y="1471041"/>
                  </a:lnTo>
                </a:path>
                <a:path w="3331845" h="8151495">
                  <a:moveTo>
                    <a:pt x="0" y="1471041"/>
                  </a:moveTo>
                  <a:lnTo>
                    <a:pt x="0" y="1554861"/>
                  </a:lnTo>
                </a:path>
                <a:path w="3331845" h="8151495">
                  <a:moveTo>
                    <a:pt x="490347" y="1471041"/>
                  </a:moveTo>
                  <a:lnTo>
                    <a:pt x="490347" y="1554861"/>
                  </a:lnTo>
                </a:path>
                <a:path w="3331845" h="8151495">
                  <a:moveTo>
                    <a:pt x="787908" y="1471041"/>
                  </a:moveTo>
                  <a:lnTo>
                    <a:pt x="787908" y="1554861"/>
                  </a:lnTo>
                </a:path>
                <a:path w="3331845" h="8151495">
                  <a:moveTo>
                    <a:pt x="1056132" y="1471041"/>
                  </a:moveTo>
                  <a:lnTo>
                    <a:pt x="1056132" y="1554861"/>
                  </a:lnTo>
                </a:path>
                <a:path w="3331845" h="8151495">
                  <a:moveTo>
                    <a:pt x="1324356" y="1471041"/>
                  </a:moveTo>
                  <a:lnTo>
                    <a:pt x="1324356" y="1554861"/>
                  </a:lnTo>
                </a:path>
                <a:path w="3331845" h="8151495">
                  <a:moveTo>
                    <a:pt x="1814703" y="1471041"/>
                  </a:moveTo>
                  <a:lnTo>
                    <a:pt x="1814703" y="1554861"/>
                  </a:lnTo>
                </a:path>
                <a:path w="3331845" h="8151495">
                  <a:moveTo>
                    <a:pt x="2464308" y="1471041"/>
                  </a:moveTo>
                  <a:lnTo>
                    <a:pt x="2464308" y="1554861"/>
                  </a:lnTo>
                </a:path>
                <a:path w="3331845" h="8151495">
                  <a:moveTo>
                    <a:pt x="3327654" y="1471041"/>
                  </a:moveTo>
                  <a:lnTo>
                    <a:pt x="3327654" y="1554861"/>
                  </a:lnTo>
                </a:path>
                <a:path w="3331845" h="8151495">
                  <a:moveTo>
                    <a:pt x="490347" y="1550670"/>
                  </a:moveTo>
                  <a:lnTo>
                    <a:pt x="787908" y="1550670"/>
                  </a:lnTo>
                </a:path>
                <a:path w="3331845" h="8151495">
                  <a:moveTo>
                    <a:pt x="792099" y="1550670"/>
                  </a:moveTo>
                  <a:lnTo>
                    <a:pt x="1056132" y="1550670"/>
                  </a:lnTo>
                </a:path>
                <a:path w="3331845" h="8151495">
                  <a:moveTo>
                    <a:pt x="1060323" y="1550670"/>
                  </a:moveTo>
                  <a:lnTo>
                    <a:pt x="1324356" y="1550670"/>
                  </a:lnTo>
                </a:path>
                <a:path w="3331845" h="8151495">
                  <a:moveTo>
                    <a:pt x="2468499" y="1550670"/>
                  </a:moveTo>
                  <a:lnTo>
                    <a:pt x="3327654" y="1550670"/>
                  </a:lnTo>
                </a:path>
                <a:path w="3331845" h="8151495">
                  <a:moveTo>
                    <a:pt x="0" y="1550670"/>
                  </a:moveTo>
                  <a:lnTo>
                    <a:pt x="0" y="1634490"/>
                  </a:lnTo>
                </a:path>
                <a:path w="3331845" h="8151495">
                  <a:moveTo>
                    <a:pt x="490347" y="1550670"/>
                  </a:moveTo>
                  <a:lnTo>
                    <a:pt x="490347" y="1634490"/>
                  </a:lnTo>
                </a:path>
                <a:path w="3331845" h="8151495">
                  <a:moveTo>
                    <a:pt x="787908" y="1550670"/>
                  </a:moveTo>
                  <a:lnTo>
                    <a:pt x="787908" y="1634490"/>
                  </a:lnTo>
                </a:path>
                <a:path w="3331845" h="8151495">
                  <a:moveTo>
                    <a:pt x="1056132" y="1550670"/>
                  </a:moveTo>
                  <a:lnTo>
                    <a:pt x="1056132" y="1634490"/>
                  </a:lnTo>
                </a:path>
                <a:path w="3331845" h="8151495">
                  <a:moveTo>
                    <a:pt x="1324356" y="1550670"/>
                  </a:moveTo>
                  <a:lnTo>
                    <a:pt x="1324356" y="1634490"/>
                  </a:lnTo>
                </a:path>
                <a:path w="3331845" h="8151495">
                  <a:moveTo>
                    <a:pt x="1814703" y="1550670"/>
                  </a:moveTo>
                  <a:lnTo>
                    <a:pt x="1814703" y="1634490"/>
                  </a:lnTo>
                </a:path>
                <a:path w="3331845" h="8151495">
                  <a:moveTo>
                    <a:pt x="2464308" y="1550670"/>
                  </a:moveTo>
                  <a:lnTo>
                    <a:pt x="2464308" y="1634490"/>
                  </a:lnTo>
                </a:path>
                <a:path w="3331845" h="8151495">
                  <a:moveTo>
                    <a:pt x="3327654" y="1550670"/>
                  </a:moveTo>
                  <a:lnTo>
                    <a:pt x="3327654" y="1634490"/>
                  </a:lnTo>
                </a:path>
                <a:path w="3331845" h="8151495">
                  <a:moveTo>
                    <a:pt x="0" y="1630299"/>
                  </a:moveTo>
                  <a:lnTo>
                    <a:pt x="494538" y="1630299"/>
                  </a:lnTo>
                </a:path>
                <a:path w="3331845" h="8151495">
                  <a:moveTo>
                    <a:pt x="490347" y="1630299"/>
                  </a:moveTo>
                  <a:lnTo>
                    <a:pt x="787908" y="1630299"/>
                  </a:lnTo>
                </a:path>
                <a:path w="3331845" h="8151495">
                  <a:moveTo>
                    <a:pt x="792099" y="1630299"/>
                  </a:moveTo>
                  <a:lnTo>
                    <a:pt x="1056132" y="1630299"/>
                  </a:lnTo>
                </a:path>
                <a:path w="3331845" h="8151495">
                  <a:moveTo>
                    <a:pt x="1060323" y="1630299"/>
                  </a:moveTo>
                  <a:lnTo>
                    <a:pt x="1324356" y="1630299"/>
                  </a:lnTo>
                </a:path>
                <a:path w="3331845" h="8151495">
                  <a:moveTo>
                    <a:pt x="1324356" y="1630299"/>
                  </a:moveTo>
                  <a:lnTo>
                    <a:pt x="1818894" y="1630299"/>
                  </a:lnTo>
                </a:path>
                <a:path w="3331845" h="8151495">
                  <a:moveTo>
                    <a:pt x="1814703" y="1630299"/>
                  </a:moveTo>
                  <a:lnTo>
                    <a:pt x="2468499" y="1630299"/>
                  </a:lnTo>
                </a:path>
                <a:path w="3331845" h="8151495">
                  <a:moveTo>
                    <a:pt x="2468499" y="1630299"/>
                  </a:moveTo>
                  <a:lnTo>
                    <a:pt x="3327654" y="1630299"/>
                  </a:lnTo>
                </a:path>
                <a:path w="3331845" h="8151495">
                  <a:moveTo>
                    <a:pt x="0" y="1630299"/>
                  </a:moveTo>
                  <a:lnTo>
                    <a:pt x="0" y="1718310"/>
                  </a:lnTo>
                </a:path>
                <a:path w="3331845" h="8151495">
                  <a:moveTo>
                    <a:pt x="490347" y="1630299"/>
                  </a:moveTo>
                  <a:lnTo>
                    <a:pt x="490347" y="1718310"/>
                  </a:lnTo>
                </a:path>
                <a:path w="3331845" h="8151495">
                  <a:moveTo>
                    <a:pt x="787908" y="1630299"/>
                  </a:moveTo>
                  <a:lnTo>
                    <a:pt x="787908" y="1718310"/>
                  </a:lnTo>
                </a:path>
                <a:path w="3331845" h="8151495">
                  <a:moveTo>
                    <a:pt x="1056132" y="1630299"/>
                  </a:moveTo>
                  <a:lnTo>
                    <a:pt x="1056132" y="1718310"/>
                  </a:lnTo>
                </a:path>
                <a:path w="3331845" h="8151495">
                  <a:moveTo>
                    <a:pt x="1324356" y="1630299"/>
                  </a:moveTo>
                  <a:lnTo>
                    <a:pt x="1324356" y="1718310"/>
                  </a:lnTo>
                </a:path>
                <a:path w="3331845" h="8151495">
                  <a:moveTo>
                    <a:pt x="1814703" y="1630299"/>
                  </a:moveTo>
                  <a:lnTo>
                    <a:pt x="1814703" y="1718310"/>
                  </a:lnTo>
                </a:path>
                <a:path w="3331845" h="8151495">
                  <a:moveTo>
                    <a:pt x="2464308" y="1630299"/>
                  </a:moveTo>
                  <a:lnTo>
                    <a:pt x="2464308" y="1718310"/>
                  </a:lnTo>
                </a:path>
                <a:path w="3331845" h="8151495">
                  <a:moveTo>
                    <a:pt x="3327654" y="1630299"/>
                  </a:moveTo>
                  <a:lnTo>
                    <a:pt x="3327654" y="1718310"/>
                  </a:lnTo>
                </a:path>
                <a:path w="3331845" h="8151495">
                  <a:moveTo>
                    <a:pt x="490347" y="1714119"/>
                  </a:moveTo>
                  <a:lnTo>
                    <a:pt x="787908" y="1714119"/>
                  </a:lnTo>
                </a:path>
                <a:path w="3331845" h="8151495">
                  <a:moveTo>
                    <a:pt x="792099" y="1714119"/>
                  </a:moveTo>
                  <a:lnTo>
                    <a:pt x="1056132" y="1714119"/>
                  </a:lnTo>
                </a:path>
                <a:path w="3331845" h="8151495">
                  <a:moveTo>
                    <a:pt x="1060323" y="1714119"/>
                  </a:moveTo>
                  <a:lnTo>
                    <a:pt x="1324356" y="1714119"/>
                  </a:lnTo>
                </a:path>
                <a:path w="3331845" h="8151495">
                  <a:moveTo>
                    <a:pt x="2468499" y="1714119"/>
                  </a:moveTo>
                  <a:lnTo>
                    <a:pt x="3327654" y="1714119"/>
                  </a:lnTo>
                </a:path>
                <a:path w="3331845" h="8151495">
                  <a:moveTo>
                    <a:pt x="0" y="1714119"/>
                  </a:moveTo>
                  <a:lnTo>
                    <a:pt x="0" y="1802130"/>
                  </a:lnTo>
                </a:path>
                <a:path w="3331845" h="8151495">
                  <a:moveTo>
                    <a:pt x="490347" y="1714119"/>
                  </a:moveTo>
                  <a:lnTo>
                    <a:pt x="490347" y="1802130"/>
                  </a:lnTo>
                </a:path>
                <a:path w="3331845" h="8151495">
                  <a:moveTo>
                    <a:pt x="787908" y="1714119"/>
                  </a:moveTo>
                  <a:lnTo>
                    <a:pt x="787908" y="1802130"/>
                  </a:lnTo>
                </a:path>
                <a:path w="3331845" h="8151495">
                  <a:moveTo>
                    <a:pt x="1056132" y="1714119"/>
                  </a:moveTo>
                  <a:lnTo>
                    <a:pt x="1056132" y="1802130"/>
                  </a:lnTo>
                </a:path>
                <a:path w="3331845" h="8151495">
                  <a:moveTo>
                    <a:pt x="1324356" y="1714119"/>
                  </a:moveTo>
                  <a:lnTo>
                    <a:pt x="1324356" y="1802130"/>
                  </a:lnTo>
                </a:path>
                <a:path w="3331845" h="8151495">
                  <a:moveTo>
                    <a:pt x="1814703" y="1714119"/>
                  </a:moveTo>
                  <a:lnTo>
                    <a:pt x="1814703" y="1802130"/>
                  </a:lnTo>
                </a:path>
                <a:path w="3331845" h="8151495">
                  <a:moveTo>
                    <a:pt x="2464308" y="1714119"/>
                  </a:moveTo>
                  <a:lnTo>
                    <a:pt x="2464308" y="1802130"/>
                  </a:lnTo>
                </a:path>
                <a:path w="3331845" h="8151495">
                  <a:moveTo>
                    <a:pt x="3327654" y="1714119"/>
                  </a:moveTo>
                  <a:lnTo>
                    <a:pt x="3327654" y="1802130"/>
                  </a:lnTo>
                </a:path>
                <a:path w="3331845" h="8151495">
                  <a:moveTo>
                    <a:pt x="490347" y="1797939"/>
                  </a:moveTo>
                  <a:lnTo>
                    <a:pt x="787908" y="1797939"/>
                  </a:lnTo>
                </a:path>
                <a:path w="3331845" h="8151495">
                  <a:moveTo>
                    <a:pt x="792099" y="1797939"/>
                  </a:moveTo>
                  <a:lnTo>
                    <a:pt x="1056132" y="1797939"/>
                  </a:lnTo>
                </a:path>
                <a:path w="3331845" h="8151495">
                  <a:moveTo>
                    <a:pt x="1060323" y="1797939"/>
                  </a:moveTo>
                  <a:lnTo>
                    <a:pt x="1324356" y="1797939"/>
                  </a:lnTo>
                </a:path>
                <a:path w="3331845" h="8151495">
                  <a:moveTo>
                    <a:pt x="2468499" y="1797939"/>
                  </a:moveTo>
                  <a:lnTo>
                    <a:pt x="3327654" y="1797939"/>
                  </a:lnTo>
                </a:path>
                <a:path w="3331845" h="8151495">
                  <a:moveTo>
                    <a:pt x="0" y="1797939"/>
                  </a:moveTo>
                  <a:lnTo>
                    <a:pt x="0" y="1885950"/>
                  </a:lnTo>
                </a:path>
                <a:path w="3331845" h="8151495">
                  <a:moveTo>
                    <a:pt x="490347" y="1797939"/>
                  </a:moveTo>
                  <a:lnTo>
                    <a:pt x="490347" y="1885950"/>
                  </a:lnTo>
                </a:path>
                <a:path w="3331845" h="8151495">
                  <a:moveTo>
                    <a:pt x="787908" y="1797939"/>
                  </a:moveTo>
                  <a:lnTo>
                    <a:pt x="787908" y="1885950"/>
                  </a:lnTo>
                </a:path>
                <a:path w="3331845" h="8151495">
                  <a:moveTo>
                    <a:pt x="1056132" y="1797939"/>
                  </a:moveTo>
                  <a:lnTo>
                    <a:pt x="1056132" y="1885950"/>
                  </a:lnTo>
                </a:path>
                <a:path w="3331845" h="8151495">
                  <a:moveTo>
                    <a:pt x="1324356" y="1797939"/>
                  </a:moveTo>
                  <a:lnTo>
                    <a:pt x="1324356" y="1885950"/>
                  </a:lnTo>
                </a:path>
                <a:path w="3331845" h="8151495">
                  <a:moveTo>
                    <a:pt x="1814703" y="1797939"/>
                  </a:moveTo>
                  <a:lnTo>
                    <a:pt x="1814703" y="1885950"/>
                  </a:lnTo>
                </a:path>
                <a:path w="3331845" h="8151495">
                  <a:moveTo>
                    <a:pt x="2464308" y="1797939"/>
                  </a:moveTo>
                  <a:lnTo>
                    <a:pt x="2464308" y="1885950"/>
                  </a:lnTo>
                </a:path>
                <a:path w="3331845" h="8151495">
                  <a:moveTo>
                    <a:pt x="3327654" y="1797939"/>
                  </a:moveTo>
                  <a:lnTo>
                    <a:pt x="3327654" y="1885950"/>
                  </a:lnTo>
                </a:path>
                <a:path w="3331845" h="8151495">
                  <a:moveTo>
                    <a:pt x="0" y="1881759"/>
                  </a:moveTo>
                  <a:lnTo>
                    <a:pt x="494538" y="1881759"/>
                  </a:lnTo>
                </a:path>
                <a:path w="3331845" h="8151495">
                  <a:moveTo>
                    <a:pt x="490347" y="1881759"/>
                  </a:moveTo>
                  <a:lnTo>
                    <a:pt x="787908" y="1881759"/>
                  </a:lnTo>
                </a:path>
                <a:path w="3331845" h="8151495">
                  <a:moveTo>
                    <a:pt x="792099" y="1881759"/>
                  </a:moveTo>
                  <a:lnTo>
                    <a:pt x="1056132" y="1881759"/>
                  </a:lnTo>
                </a:path>
                <a:path w="3331845" h="8151495">
                  <a:moveTo>
                    <a:pt x="1060323" y="1881759"/>
                  </a:moveTo>
                  <a:lnTo>
                    <a:pt x="1324356" y="1881759"/>
                  </a:lnTo>
                </a:path>
                <a:path w="3331845" h="8151495">
                  <a:moveTo>
                    <a:pt x="2468499" y="1881759"/>
                  </a:moveTo>
                  <a:lnTo>
                    <a:pt x="3327654" y="1881759"/>
                  </a:lnTo>
                </a:path>
                <a:path w="3331845" h="8151495">
                  <a:moveTo>
                    <a:pt x="0" y="1881759"/>
                  </a:moveTo>
                  <a:lnTo>
                    <a:pt x="0" y="1965579"/>
                  </a:lnTo>
                </a:path>
                <a:path w="3331845" h="8151495">
                  <a:moveTo>
                    <a:pt x="490347" y="1881759"/>
                  </a:moveTo>
                  <a:lnTo>
                    <a:pt x="490347" y="1965579"/>
                  </a:lnTo>
                </a:path>
                <a:path w="3331845" h="8151495">
                  <a:moveTo>
                    <a:pt x="787908" y="1881759"/>
                  </a:moveTo>
                  <a:lnTo>
                    <a:pt x="787908" y="1965579"/>
                  </a:lnTo>
                </a:path>
                <a:path w="3331845" h="8151495">
                  <a:moveTo>
                    <a:pt x="1056132" y="1881759"/>
                  </a:moveTo>
                  <a:lnTo>
                    <a:pt x="1056132" y="1965579"/>
                  </a:lnTo>
                </a:path>
                <a:path w="3331845" h="8151495">
                  <a:moveTo>
                    <a:pt x="1324356" y="1881759"/>
                  </a:moveTo>
                  <a:lnTo>
                    <a:pt x="1324356" y="1965579"/>
                  </a:lnTo>
                </a:path>
                <a:path w="3331845" h="8151495">
                  <a:moveTo>
                    <a:pt x="1814703" y="1881759"/>
                  </a:moveTo>
                  <a:lnTo>
                    <a:pt x="1814703" y="1965579"/>
                  </a:lnTo>
                </a:path>
                <a:path w="3331845" h="8151495">
                  <a:moveTo>
                    <a:pt x="2464308" y="1881759"/>
                  </a:moveTo>
                  <a:lnTo>
                    <a:pt x="2464308" y="1965579"/>
                  </a:lnTo>
                </a:path>
                <a:path w="3331845" h="8151495">
                  <a:moveTo>
                    <a:pt x="3327654" y="1881759"/>
                  </a:moveTo>
                  <a:lnTo>
                    <a:pt x="3327654" y="1965579"/>
                  </a:lnTo>
                </a:path>
                <a:path w="3331845" h="8151495">
                  <a:moveTo>
                    <a:pt x="490347" y="1961388"/>
                  </a:moveTo>
                  <a:lnTo>
                    <a:pt x="787908" y="1961388"/>
                  </a:lnTo>
                </a:path>
                <a:path w="3331845" h="8151495">
                  <a:moveTo>
                    <a:pt x="792099" y="1961388"/>
                  </a:moveTo>
                  <a:lnTo>
                    <a:pt x="1056132" y="1961388"/>
                  </a:lnTo>
                </a:path>
                <a:path w="3331845" h="8151495">
                  <a:moveTo>
                    <a:pt x="1060323" y="1961388"/>
                  </a:moveTo>
                  <a:lnTo>
                    <a:pt x="1324356" y="1961388"/>
                  </a:lnTo>
                </a:path>
                <a:path w="3331845" h="8151495">
                  <a:moveTo>
                    <a:pt x="2468499" y="1961388"/>
                  </a:moveTo>
                  <a:lnTo>
                    <a:pt x="3327654" y="1961388"/>
                  </a:lnTo>
                </a:path>
                <a:path w="3331845" h="8151495">
                  <a:moveTo>
                    <a:pt x="0" y="1961388"/>
                  </a:moveTo>
                  <a:lnTo>
                    <a:pt x="0" y="2045208"/>
                  </a:lnTo>
                </a:path>
                <a:path w="3331845" h="8151495">
                  <a:moveTo>
                    <a:pt x="490347" y="1961388"/>
                  </a:moveTo>
                  <a:lnTo>
                    <a:pt x="490347" y="2045208"/>
                  </a:lnTo>
                </a:path>
                <a:path w="3331845" h="8151495">
                  <a:moveTo>
                    <a:pt x="787908" y="1961388"/>
                  </a:moveTo>
                  <a:lnTo>
                    <a:pt x="787908" y="2045208"/>
                  </a:lnTo>
                </a:path>
                <a:path w="3331845" h="8151495">
                  <a:moveTo>
                    <a:pt x="1056132" y="1961388"/>
                  </a:moveTo>
                  <a:lnTo>
                    <a:pt x="1056132" y="2045208"/>
                  </a:lnTo>
                </a:path>
                <a:path w="3331845" h="8151495">
                  <a:moveTo>
                    <a:pt x="1324356" y="1961388"/>
                  </a:moveTo>
                  <a:lnTo>
                    <a:pt x="1324356" y="2045208"/>
                  </a:lnTo>
                </a:path>
                <a:path w="3331845" h="8151495">
                  <a:moveTo>
                    <a:pt x="1814703" y="1961388"/>
                  </a:moveTo>
                  <a:lnTo>
                    <a:pt x="1814703" y="2045208"/>
                  </a:lnTo>
                </a:path>
                <a:path w="3331845" h="8151495">
                  <a:moveTo>
                    <a:pt x="2464308" y="1961388"/>
                  </a:moveTo>
                  <a:lnTo>
                    <a:pt x="2464308" y="2045208"/>
                  </a:lnTo>
                </a:path>
                <a:path w="3331845" h="8151495">
                  <a:moveTo>
                    <a:pt x="3327654" y="1961388"/>
                  </a:moveTo>
                  <a:lnTo>
                    <a:pt x="3327654" y="2045208"/>
                  </a:lnTo>
                </a:path>
                <a:path w="3331845" h="8151495">
                  <a:moveTo>
                    <a:pt x="490347" y="2041017"/>
                  </a:moveTo>
                  <a:lnTo>
                    <a:pt x="787908" y="2041017"/>
                  </a:lnTo>
                </a:path>
                <a:path w="3331845" h="8151495">
                  <a:moveTo>
                    <a:pt x="792099" y="2041017"/>
                  </a:moveTo>
                  <a:lnTo>
                    <a:pt x="1056132" y="2041017"/>
                  </a:lnTo>
                </a:path>
                <a:path w="3331845" h="8151495">
                  <a:moveTo>
                    <a:pt x="1060323" y="2041017"/>
                  </a:moveTo>
                  <a:lnTo>
                    <a:pt x="1324356" y="2041017"/>
                  </a:lnTo>
                </a:path>
                <a:path w="3331845" h="8151495">
                  <a:moveTo>
                    <a:pt x="2468499" y="2041017"/>
                  </a:moveTo>
                  <a:lnTo>
                    <a:pt x="3327654" y="2041017"/>
                  </a:lnTo>
                </a:path>
                <a:path w="3331845" h="8151495">
                  <a:moveTo>
                    <a:pt x="0" y="2041017"/>
                  </a:moveTo>
                  <a:lnTo>
                    <a:pt x="0" y="2124837"/>
                  </a:lnTo>
                </a:path>
                <a:path w="3331845" h="8151495">
                  <a:moveTo>
                    <a:pt x="490347" y="2041017"/>
                  </a:moveTo>
                  <a:lnTo>
                    <a:pt x="490347" y="2124837"/>
                  </a:lnTo>
                </a:path>
                <a:path w="3331845" h="8151495">
                  <a:moveTo>
                    <a:pt x="787908" y="2041017"/>
                  </a:moveTo>
                  <a:lnTo>
                    <a:pt x="787908" y="2124837"/>
                  </a:lnTo>
                </a:path>
                <a:path w="3331845" h="8151495">
                  <a:moveTo>
                    <a:pt x="1056132" y="2041017"/>
                  </a:moveTo>
                  <a:lnTo>
                    <a:pt x="1056132" y="2124837"/>
                  </a:lnTo>
                </a:path>
                <a:path w="3331845" h="8151495">
                  <a:moveTo>
                    <a:pt x="1324356" y="2041017"/>
                  </a:moveTo>
                  <a:lnTo>
                    <a:pt x="1324356" y="2124837"/>
                  </a:lnTo>
                </a:path>
                <a:path w="3331845" h="8151495">
                  <a:moveTo>
                    <a:pt x="1814703" y="2041017"/>
                  </a:moveTo>
                  <a:lnTo>
                    <a:pt x="1814703" y="2124837"/>
                  </a:lnTo>
                </a:path>
                <a:path w="3331845" h="8151495">
                  <a:moveTo>
                    <a:pt x="2464308" y="2041017"/>
                  </a:moveTo>
                  <a:lnTo>
                    <a:pt x="2464308" y="2124837"/>
                  </a:lnTo>
                </a:path>
                <a:path w="3331845" h="8151495">
                  <a:moveTo>
                    <a:pt x="3327654" y="2041017"/>
                  </a:moveTo>
                  <a:lnTo>
                    <a:pt x="3327654" y="2124837"/>
                  </a:lnTo>
                </a:path>
                <a:path w="3331845" h="8151495">
                  <a:moveTo>
                    <a:pt x="0" y="2120646"/>
                  </a:moveTo>
                  <a:lnTo>
                    <a:pt x="494538" y="2120646"/>
                  </a:lnTo>
                </a:path>
                <a:path w="3331845" h="8151495">
                  <a:moveTo>
                    <a:pt x="490347" y="2120646"/>
                  </a:moveTo>
                  <a:lnTo>
                    <a:pt x="787908" y="2120646"/>
                  </a:lnTo>
                </a:path>
                <a:path w="3331845" h="8151495">
                  <a:moveTo>
                    <a:pt x="792099" y="2120646"/>
                  </a:moveTo>
                  <a:lnTo>
                    <a:pt x="1056132" y="2120646"/>
                  </a:lnTo>
                </a:path>
                <a:path w="3331845" h="8151495">
                  <a:moveTo>
                    <a:pt x="1060323" y="2120646"/>
                  </a:moveTo>
                  <a:lnTo>
                    <a:pt x="1324356" y="2120646"/>
                  </a:lnTo>
                </a:path>
                <a:path w="3331845" h="8151495">
                  <a:moveTo>
                    <a:pt x="1324356" y="2120646"/>
                  </a:moveTo>
                  <a:lnTo>
                    <a:pt x="1818894" y="2120646"/>
                  </a:lnTo>
                </a:path>
                <a:path w="3331845" h="8151495">
                  <a:moveTo>
                    <a:pt x="1814703" y="2120646"/>
                  </a:moveTo>
                  <a:lnTo>
                    <a:pt x="2468499" y="2120646"/>
                  </a:lnTo>
                </a:path>
                <a:path w="3331845" h="8151495">
                  <a:moveTo>
                    <a:pt x="2468499" y="2120646"/>
                  </a:moveTo>
                  <a:lnTo>
                    <a:pt x="3327654" y="2120646"/>
                  </a:lnTo>
                </a:path>
                <a:path w="3331845" h="8151495">
                  <a:moveTo>
                    <a:pt x="0" y="2120646"/>
                  </a:moveTo>
                  <a:lnTo>
                    <a:pt x="0" y="2204466"/>
                  </a:lnTo>
                </a:path>
                <a:path w="3331845" h="8151495">
                  <a:moveTo>
                    <a:pt x="490347" y="2120646"/>
                  </a:moveTo>
                  <a:lnTo>
                    <a:pt x="490347" y="2204466"/>
                  </a:lnTo>
                </a:path>
                <a:path w="3331845" h="8151495">
                  <a:moveTo>
                    <a:pt x="787908" y="2120646"/>
                  </a:moveTo>
                  <a:lnTo>
                    <a:pt x="787908" y="2204466"/>
                  </a:lnTo>
                </a:path>
                <a:path w="3331845" h="8151495">
                  <a:moveTo>
                    <a:pt x="1056132" y="2120646"/>
                  </a:moveTo>
                  <a:lnTo>
                    <a:pt x="1056132" y="2204466"/>
                  </a:lnTo>
                </a:path>
                <a:path w="3331845" h="8151495">
                  <a:moveTo>
                    <a:pt x="1324356" y="2120646"/>
                  </a:moveTo>
                  <a:lnTo>
                    <a:pt x="1324356" y="2204466"/>
                  </a:lnTo>
                </a:path>
                <a:path w="3331845" h="8151495">
                  <a:moveTo>
                    <a:pt x="1814703" y="2120646"/>
                  </a:moveTo>
                  <a:lnTo>
                    <a:pt x="1814703" y="2204466"/>
                  </a:lnTo>
                </a:path>
                <a:path w="3331845" h="8151495">
                  <a:moveTo>
                    <a:pt x="2464308" y="2120646"/>
                  </a:moveTo>
                  <a:lnTo>
                    <a:pt x="2464308" y="2204466"/>
                  </a:lnTo>
                </a:path>
                <a:path w="3331845" h="8151495">
                  <a:moveTo>
                    <a:pt x="3327654" y="2120646"/>
                  </a:moveTo>
                  <a:lnTo>
                    <a:pt x="3327654" y="2204466"/>
                  </a:lnTo>
                </a:path>
                <a:path w="3331845" h="8151495">
                  <a:moveTo>
                    <a:pt x="490347" y="2200275"/>
                  </a:moveTo>
                  <a:lnTo>
                    <a:pt x="787908" y="2200275"/>
                  </a:lnTo>
                </a:path>
                <a:path w="3331845" h="8151495">
                  <a:moveTo>
                    <a:pt x="792099" y="2200275"/>
                  </a:moveTo>
                  <a:lnTo>
                    <a:pt x="1056132" y="2200275"/>
                  </a:lnTo>
                </a:path>
                <a:path w="3331845" h="8151495">
                  <a:moveTo>
                    <a:pt x="1060323" y="2200275"/>
                  </a:moveTo>
                  <a:lnTo>
                    <a:pt x="1324356" y="2200275"/>
                  </a:lnTo>
                </a:path>
                <a:path w="3331845" h="8151495">
                  <a:moveTo>
                    <a:pt x="2468499" y="2200275"/>
                  </a:moveTo>
                  <a:lnTo>
                    <a:pt x="3327654" y="2200275"/>
                  </a:lnTo>
                </a:path>
                <a:path w="3331845" h="8151495">
                  <a:moveTo>
                    <a:pt x="0" y="2200275"/>
                  </a:moveTo>
                  <a:lnTo>
                    <a:pt x="0" y="2284095"/>
                  </a:lnTo>
                </a:path>
                <a:path w="3331845" h="8151495">
                  <a:moveTo>
                    <a:pt x="490347" y="2200275"/>
                  </a:moveTo>
                  <a:lnTo>
                    <a:pt x="490347" y="2284095"/>
                  </a:lnTo>
                </a:path>
                <a:path w="3331845" h="8151495">
                  <a:moveTo>
                    <a:pt x="787908" y="2200275"/>
                  </a:moveTo>
                  <a:lnTo>
                    <a:pt x="787908" y="2284095"/>
                  </a:lnTo>
                </a:path>
                <a:path w="3331845" h="8151495">
                  <a:moveTo>
                    <a:pt x="1056132" y="2200275"/>
                  </a:moveTo>
                  <a:lnTo>
                    <a:pt x="1056132" y="2284095"/>
                  </a:lnTo>
                </a:path>
                <a:path w="3331845" h="8151495">
                  <a:moveTo>
                    <a:pt x="1324356" y="2200275"/>
                  </a:moveTo>
                  <a:lnTo>
                    <a:pt x="1324356" y="2284095"/>
                  </a:lnTo>
                </a:path>
                <a:path w="3331845" h="8151495">
                  <a:moveTo>
                    <a:pt x="1814703" y="2200275"/>
                  </a:moveTo>
                  <a:lnTo>
                    <a:pt x="1814703" y="2284095"/>
                  </a:lnTo>
                </a:path>
                <a:path w="3331845" h="8151495">
                  <a:moveTo>
                    <a:pt x="2464308" y="2200275"/>
                  </a:moveTo>
                  <a:lnTo>
                    <a:pt x="2464308" y="2284095"/>
                  </a:lnTo>
                </a:path>
                <a:path w="3331845" h="8151495">
                  <a:moveTo>
                    <a:pt x="3327654" y="2200275"/>
                  </a:moveTo>
                  <a:lnTo>
                    <a:pt x="3327654" y="2284095"/>
                  </a:lnTo>
                </a:path>
                <a:path w="3331845" h="8151495">
                  <a:moveTo>
                    <a:pt x="490347" y="2279904"/>
                  </a:moveTo>
                  <a:lnTo>
                    <a:pt x="787908" y="2279904"/>
                  </a:lnTo>
                </a:path>
                <a:path w="3331845" h="8151495">
                  <a:moveTo>
                    <a:pt x="792099" y="2279904"/>
                  </a:moveTo>
                  <a:lnTo>
                    <a:pt x="1056132" y="2279904"/>
                  </a:lnTo>
                </a:path>
                <a:path w="3331845" h="8151495">
                  <a:moveTo>
                    <a:pt x="1060323" y="2279904"/>
                  </a:moveTo>
                  <a:lnTo>
                    <a:pt x="1324356" y="2279904"/>
                  </a:lnTo>
                </a:path>
                <a:path w="3331845" h="8151495">
                  <a:moveTo>
                    <a:pt x="2468499" y="2279904"/>
                  </a:moveTo>
                  <a:lnTo>
                    <a:pt x="3327654" y="2279904"/>
                  </a:lnTo>
                </a:path>
                <a:path w="3331845" h="8151495">
                  <a:moveTo>
                    <a:pt x="0" y="2279904"/>
                  </a:moveTo>
                  <a:lnTo>
                    <a:pt x="0" y="2363724"/>
                  </a:lnTo>
                </a:path>
                <a:path w="3331845" h="8151495">
                  <a:moveTo>
                    <a:pt x="490347" y="2279904"/>
                  </a:moveTo>
                  <a:lnTo>
                    <a:pt x="490347" y="2363724"/>
                  </a:lnTo>
                </a:path>
                <a:path w="3331845" h="8151495">
                  <a:moveTo>
                    <a:pt x="787908" y="2279904"/>
                  </a:moveTo>
                  <a:lnTo>
                    <a:pt x="787908" y="2363724"/>
                  </a:lnTo>
                </a:path>
                <a:path w="3331845" h="8151495">
                  <a:moveTo>
                    <a:pt x="1056132" y="2279904"/>
                  </a:moveTo>
                  <a:lnTo>
                    <a:pt x="1056132" y="2363724"/>
                  </a:lnTo>
                </a:path>
                <a:path w="3331845" h="8151495">
                  <a:moveTo>
                    <a:pt x="1324356" y="2279904"/>
                  </a:moveTo>
                  <a:lnTo>
                    <a:pt x="1324356" y="2363724"/>
                  </a:lnTo>
                </a:path>
                <a:path w="3331845" h="8151495">
                  <a:moveTo>
                    <a:pt x="1814703" y="2279904"/>
                  </a:moveTo>
                  <a:lnTo>
                    <a:pt x="1814703" y="2363724"/>
                  </a:lnTo>
                </a:path>
                <a:path w="3331845" h="8151495">
                  <a:moveTo>
                    <a:pt x="2464308" y="2279904"/>
                  </a:moveTo>
                  <a:lnTo>
                    <a:pt x="2464308" y="2363724"/>
                  </a:lnTo>
                </a:path>
                <a:path w="3331845" h="8151495">
                  <a:moveTo>
                    <a:pt x="3327654" y="2279904"/>
                  </a:moveTo>
                  <a:lnTo>
                    <a:pt x="3327654" y="2363724"/>
                  </a:lnTo>
                </a:path>
                <a:path w="3331845" h="8151495">
                  <a:moveTo>
                    <a:pt x="490347" y="2359533"/>
                  </a:moveTo>
                  <a:lnTo>
                    <a:pt x="787908" y="2359533"/>
                  </a:lnTo>
                </a:path>
                <a:path w="3331845" h="8151495">
                  <a:moveTo>
                    <a:pt x="792099" y="2359533"/>
                  </a:moveTo>
                  <a:lnTo>
                    <a:pt x="1056132" y="2359533"/>
                  </a:lnTo>
                </a:path>
                <a:path w="3331845" h="8151495">
                  <a:moveTo>
                    <a:pt x="1060323" y="2359533"/>
                  </a:moveTo>
                  <a:lnTo>
                    <a:pt x="1324356" y="2359533"/>
                  </a:lnTo>
                </a:path>
                <a:path w="3331845" h="8151495">
                  <a:moveTo>
                    <a:pt x="2468499" y="2359533"/>
                  </a:moveTo>
                  <a:lnTo>
                    <a:pt x="3327654" y="2359533"/>
                  </a:lnTo>
                </a:path>
                <a:path w="3331845" h="8151495">
                  <a:moveTo>
                    <a:pt x="0" y="2359533"/>
                  </a:moveTo>
                  <a:lnTo>
                    <a:pt x="0" y="2443353"/>
                  </a:lnTo>
                </a:path>
                <a:path w="3331845" h="8151495">
                  <a:moveTo>
                    <a:pt x="490347" y="2359533"/>
                  </a:moveTo>
                  <a:lnTo>
                    <a:pt x="490347" y="2443353"/>
                  </a:lnTo>
                </a:path>
                <a:path w="3331845" h="8151495">
                  <a:moveTo>
                    <a:pt x="787908" y="2359533"/>
                  </a:moveTo>
                  <a:lnTo>
                    <a:pt x="787908" y="2443353"/>
                  </a:lnTo>
                </a:path>
                <a:path w="3331845" h="8151495">
                  <a:moveTo>
                    <a:pt x="1056132" y="2359533"/>
                  </a:moveTo>
                  <a:lnTo>
                    <a:pt x="1056132" y="2443353"/>
                  </a:lnTo>
                </a:path>
                <a:path w="3331845" h="8151495">
                  <a:moveTo>
                    <a:pt x="1324356" y="2359533"/>
                  </a:moveTo>
                  <a:lnTo>
                    <a:pt x="1324356" y="2443353"/>
                  </a:lnTo>
                </a:path>
                <a:path w="3331845" h="8151495">
                  <a:moveTo>
                    <a:pt x="1814703" y="2359533"/>
                  </a:moveTo>
                  <a:lnTo>
                    <a:pt x="1814703" y="2443353"/>
                  </a:lnTo>
                </a:path>
                <a:path w="3331845" h="8151495">
                  <a:moveTo>
                    <a:pt x="2464308" y="2359533"/>
                  </a:moveTo>
                  <a:lnTo>
                    <a:pt x="2464308" y="2443353"/>
                  </a:lnTo>
                </a:path>
                <a:path w="3331845" h="8151495">
                  <a:moveTo>
                    <a:pt x="3327654" y="2359533"/>
                  </a:moveTo>
                  <a:lnTo>
                    <a:pt x="3327654" y="2443353"/>
                  </a:lnTo>
                </a:path>
                <a:path w="3331845" h="8151495">
                  <a:moveTo>
                    <a:pt x="0" y="2439162"/>
                  </a:moveTo>
                  <a:lnTo>
                    <a:pt x="494538" y="2439162"/>
                  </a:lnTo>
                </a:path>
                <a:path w="3331845" h="8151495">
                  <a:moveTo>
                    <a:pt x="490347" y="2439162"/>
                  </a:moveTo>
                  <a:lnTo>
                    <a:pt x="787908" y="2439162"/>
                  </a:lnTo>
                </a:path>
                <a:path w="3331845" h="8151495">
                  <a:moveTo>
                    <a:pt x="792099" y="2439162"/>
                  </a:moveTo>
                  <a:lnTo>
                    <a:pt x="1056132" y="2439162"/>
                  </a:lnTo>
                </a:path>
                <a:path w="3331845" h="8151495">
                  <a:moveTo>
                    <a:pt x="1060323" y="2439162"/>
                  </a:moveTo>
                  <a:lnTo>
                    <a:pt x="1324356" y="2439162"/>
                  </a:lnTo>
                </a:path>
                <a:path w="3331845" h="8151495">
                  <a:moveTo>
                    <a:pt x="1324356" y="2439162"/>
                  </a:moveTo>
                  <a:lnTo>
                    <a:pt x="1818894" y="2439162"/>
                  </a:lnTo>
                </a:path>
                <a:path w="3331845" h="8151495">
                  <a:moveTo>
                    <a:pt x="1814703" y="2439162"/>
                  </a:moveTo>
                  <a:lnTo>
                    <a:pt x="2468499" y="2439162"/>
                  </a:lnTo>
                </a:path>
                <a:path w="3331845" h="8151495">
                  <a:moveTo>
                    <a:pt x="2468499" y="2439162"/>
                  </a:moveTo>
                  <a:lnTo>
                    <a:pt x="3327654" y="2439162"/>
                  </a:lnTo>
                </a:path>
                <a:path w="3331845" h="8151495">
                  <a:moveTo>
                    <a:pt x="0" y="2439162"/>
                  </a:moveTo>
                  <a:lnTo>
                    <a:pt x="0" y="2522982"/>
                  </a:lnTo>
                </a:path>
                <a:path w="3331845" h="8151495">
                  <a:moveTo>
                    <a:pt x="490347" y="2439162"/>
                  </a:moveTo>
                  <a:lnTo>
                    <a:pt x="490347" y="2522982"/>
                  </a:lnTo>
                </a:path>
                <a:path w="3331845" h="8151495">
                  <a:moveTo>
                    <a:pt x="787908" y="2439162"/>
                  </a:moveTo>
                  <a:lnTo>
                    <a:pt x="787908" y="2522982"/>
                  </a:lnTo>
                </a:path>
                <a:path w="3331845" h="8151495">
                  <a:moveTo>
                    <a:pt x="1056132" y="2439162"/>
                  </a:moveTo>
                  <a:lnTo>
                    <a:pt x="1056132" y="2522982"/>
                  </a:lnTo>
                </a:path>
                <a:path w="3331845" h="8151495">
                  <a:moveTo>
                    <a:pt x="1324356" y="2439162"/>
                  </a:moveTo>
                  <a:lnTo>
                    <a:pt x="1324356" y="2522982"/>
                  </a:lnTo>
                </a:path>
                <a:path w="3331845" h="8151495">
                  <a:moveTo>
                    <a:pt x="1814703" y="2439162"/>
                  </a:moveTo>
                  <a:lnTo>
                    <a:pt x="1814703" y="2522982"/>
                  </a:lnTo>
                </a:path>
                <a:path w="3331845" h="8151495">
                  <a:moveTo>
                    <a:pt x="2464308" y="2439162"/>
                  </a:moveTo>
                  <a:lnTo>
                    <a:pt x="2464308" y="2522982"/>
                  </a:lnTo>
                </a:path>
                <a:path w="3331845" h="8151495">
                  <a:moveTo>
                    <a:pt x="3327654" y="2439162"/>
                  </a:moveTo>
                  <a:lnTo>
                    <a:pt x="3327654" y="2522982"/>
                  </a:lnTo>
                </a:path>
                <a:path w="3331845" h="8151495">
                  <a:moveTo>
                    <a:pt x="490347" y="2518791"/>
                  </a:moveTo>
                  <a:lnTo>
                    <a:pt x="787908" y="2518791"/>
                  </a:lnTo>
                </a:path>
                <a:path w="3331845" h="8151495">
                  <a:moveTo>
                    <a:pt x="792099" y="2518791"/>
                  </a:moveTo>
                  <a:lnTo>
                    <a:pt x="1056132" y="2518791"/>
                  </a:lnTo>
                </a:path>
                <a:path w="3331845" h="8151495">
                  <a:moveTo>
                    <a:pt x="1060323" y="2518791"/>
                  </a:moveTo>
                  <a:lnTo>
                    <a:pt x="1324356" y="2518791"/>
                  </a:lnTo>
                </a:path>
                <a:path w="3331845" h="8151495">
                  <a:moveTo>
                    <a:pt x="2468499" y="2518791"/>
                  </a:moveTo>
                  <a:lnTo>
                    <a:pt x="3327654" y="2518791"/>
                  </a:lnTo>
                </a:path>
                <a:path w="3331845" h="8151495">
                  <a:moveTo>
                    <a:pt x="0" y="2518791"/>
                  </a:moveTo>
                  <a:lnTo>
                    <a:pt x="0" y="2602611"/>
                  </a:lnTo>
                </a:path>
                <a:path w="3331845" h="8151495">
                  <a:moveTo>
                    <a:pt x="490347" y="2518791"/>
                  </a:moveTo>
                  <a:lnTo>
                    <a:pt x="490347" y="2602611"/>
                  </a:lnTo>
                </a:path>
                <a:path w="3331845" h="8151495">
                  <a:moveTo>
                    <a:pt x="787908" y="2518791"/>
                  </a:moveTo>
                  <a:lnTo>
                    <a:pt x="787908" y="2602611"/>
                  </a:lnTo>
                </a:path>
                <a:path w="3331845" h="8151495">
                  <a:moveTo>
                    <a:pt x="1056132" y="2518791"/>
                  </a:moveTo>
                  <a:lnTo>
                    <a:pt x="1056132" y="2602611"/>
                  </a:lnTo>
                </a:path>
                <a:path w="3331845" h="8151495">
                  <a:moveTo>
                    <a:pt x="1324356" y="2518791"/>
                  </a:moveTo>
                  <a:lnTo>
                    <a:pt x="1324356" y="2602611"/>
                  </a:lnTo>
                </a:path>
                <a:path w="3331845" h="8151495">
                  <a:moveTo>
                    <a:pt x="1814703" y="2518791"/>
                  </a:moveTo>
                  <a:lnTo>
                    <a:pt x="1814703" y="2602611"/>
                  </a:lnTo>
                </a:path>
                <a:path w="3331845" h="8151495">
                  <a:moveTo>
                    <a:pt x="2464308" y="2518791"/>
                  </a:moveTo>
                  <a:lnTo>
                    <a:pt x="2464308" y="2602611"/>
                  </a:lnTo>
                </a:path>
                <a:path w="3331845" h="8151495">
                  <a:moveTo>
                    <a:pt x="3327654" y="2518791"/>
                  </a:moveTo>
                  <a:lnTo>
                    <a:pt x="3327654" y="2602611"/>
                  </a:lnTo>
                </a:path>
                <a:path w="3331845" h="8151495">
                  <a:moveTo>
                    <a:pt x="490347" y="2598420"/>
                  </a:moveTo>
                  <a:lnTo>
                    <a:pt x="787908" y="2598420"/>
                  </a:lnTo>
                </a:path>
                <a:path w="3331845" h="8151495">
                  <a:moveTo>
                    <a:pt x="792099" y="2598420"/>
                  </a:moveTo>
                  <a:lnTo>
                    <a:pt x="1056132" y="2598420"/>
                  </a:lnTo>
                </a:path>
                <a:path w="3331845" h="8151495">
                  <a:moveTo>
                    <a:pt x="1060323" y="2598420"/>
                  </a:moveTo>
                  <a:lnTo>
                    <a:pt x="1324356" y="2598420"/>
                  </a:lnTo>
                </a:path>
                <a:path w="3331845" h="8151495">
                  <a:moveTo>
                    <a:pt x="2468499" y="2598420"/>
                  </a:moveTo>
                  <a:lnTo>
                    <a:pt x="3327654" y="2598420"/>
                  </a:lnTo>
                </a:path>
                <a:path w="3331845" h="8151495">
                  <a:moveTo>
                    <a:pt x="0" y="2598420"/>
                  </a:moveTo>
                  <a:lnTo>
                    <a:pt x="0" y="2682240"/>
                  </a:lnTo>
                </a:path>
                <a:path w="3331845" h="8151495">
                  <a:moveTo>
                    <a:pt x="490347" y="2598420"/>
                  </a:moveTo>
                  <a:lnTo>
                    <a:pt x="490347" y="2682240"/>
                  </a:lnTo>
                </a:path>
                <a:path w="3331845" h="8151495">
                  <a:moveTo>
                    <a:pt x="787908" y="2598420"/>
                  </a:moveTo>
                  <a:lnTo>
                    <a:pt x="787908" y="2682240"/>
                  </a:lnTo>
                </a:path>
                <a:path w="3331845" h="8151495">
                  <a:moveTo>
                    <a:pt x="1056132" y="2598420"/>
                  </a:moveTo>
                  <a:lnTo>
                    <a:pt x="1056132" y="2682240"/>
                  </a:lnTo>
                </a:path>
                <a:path w="3331845" h="8151495">
                  <a:moveTo>
                    <a:pt x="1324356" y="2598420"/>
                  </a:moveTo>
                  <a:lnTo>
                    <a:pt x="1324356" y="2682240"/>
                  </a:lnTo>
                </a:path>
                <a:path w="3331845" h="8151495">
                  <a:moveTo>
                    <a:pt x="1814703" y="2598420"/>
                  </a:moveTo>
                  <a:lnTo>
                    <a:pt x="1814703" y="2682240"/>
                  </a:lnTo>
                </a:path>
                <a:path w="3331845" h="8151495">
                  <a:moveTo>
                    <a:pt x="2464308" y="2598420"/>
                  </a:moveTo>
                  <a:lnTo>
                    <a:pt x="2464308" y="2682240"/>
                  </a:lnTo>
                </a:path>
                <a:path w="3331845" h="8151495">
                  <a:moveTo>
                    <a:pt x="3327654" y="2598420"/>
                  </a:moveTo>
                  <a:lnTo>
                    <a:pt x="3327654" y="2682240"/>
                  </a:lnTo>
                </a:path>
                <a:path w="3331845" h="8151495">
                  <a:moveTo>
                    <a:pt x="490347" y="2678049"/>
                  </a:moveTo>
                  <a:lnTo>
                    <a:pt x="787908" y="2678049"/>
                  </a:lnTo>
                </a:path>
                <a:path w="3331845" h="8151495">
                  <a:moveTo>
                    <a:pt x="792099" y="2678049"/>
                  </a:moveTo>
                  <a:lnTo>
                    <a:pt x="1056132" y="2678049"/>
                  </a:lnTo>
                </a:path>
                <a:path w="3331845" h="8151495">
                  <a:moveTo>
                    <a:pt x="1060323" y="2678049"/>
                  </a:moveTo>
                  <a:lnTo>
                    <a:pt x="1324356" y="2678049"/>
                  </a:lnTo>
                </a:path>
                <a:path w="3331845" h="8151495">
                  <a:moveTo>
                    <a:pt x="2468499" y="2678049"/>
                  </a:moveTo>
                  <a:lnTo>
                    <a:pt x="3327654" y="2678049"/>
                  </a:lnTo>
                </a:path>
                <a:path w="3331845" h="8151495">
                  <a:moveTo>
                    <a:pt x="0" y="2678049"/>
                  </a:moveTo>
                  <a:lnTo>
                    <a:pt x="0" y="2761869"/>
                  </a:lnTo>
                </a:path>
                <a:path w="3331845" h="8151495">
                  <a:moveTo>
                    <a:pt x="490347" y="2678049"/>
                  </a:moveTo>
                  <a:lnTo>
                    <a:pt x="490347" y="2761869"/>
                  </a:lnTo>
                </a:path>
                <a:path w="3331845" h="8151495">
                  <a:moveTo>
                    <a:pt x="787908" y="2678049"/>
                  </a:moveTo>
                  <a:lnTo>
                    <a:pt x="787908" y="2761869"/>
                  </a:lnTo>
                </a:path>
                <a:path w="3331845" h="8151495">
                  <a:moveTo>
                    <a:pt x="1056132" y="2678049"/>
                  </a:moveTo>
                  <a:lnTo>
                    <a:pt x="1056132" y="2761869"/>
                  </a:lnTo>
                </a:path>
                <a:path w="3331845" h="8151495">
                  <a:moveTo>
                    <a:pt x="1324356" y="2678049"/>
                  </a:moveTo>
                  <a:lnTo>
                    <a:pt x="1324356" y="2761869"/>
                  </a:lnTo>
                </a:path>
                <a:path w="3331845" h="8151495">
                  <a:moveTo>
                    <a:pt x="1814703" y="2678049"/>
                  </a:moveTo>
                  <a:lnTo>
                    <a:pt x="1814703" y="2761869"/>
                  </a:lnTo>
                </a:path>
                <a:path w="3331845" h="8151495">
                  <a:moveTo>
                    <a:pt x="2464308" y="2678049"/>
                  </a:moveTo>
                  <a:lnTo>
                    <a:pt x="2464308" y="2761869"/>
                  </a:lnTo>
                </a:path>
                <a:path w="3331845" h="8151495">
                  <a:moveTo>
                    <a:pt x="3327654" y="2678049"/>
                  </a:moveTo>
                  <a:lnTo>
                    <a:pt x="3327654" y="2761869"/>
                  </a:lnTo>
                </a:path>
                <a:path w="3331845" h="8151495">
                  <a:moveTo>
                    <a:pt x="0" y="2757678"/>
                  </a:moveTo>
                  <a:lnTo>
                    <a:pt x="494538" y="2757678"/>
                  </a:lnTo>
                </a:path>
                <a:path w="3331845" h="8151495">
                  <a:moveTo>
                    <a:pt x="490347" y="2757678"/>
                  </a:moveTo>
                  <a:lnTo>
                    <a:pt x="787908" y="2757678"/>
                  </a:lnTo>
                </a:path>
                <a:path w="3331845" h="8151495">
                  <a:moveTo>
                    <a:pt x="792099" y="2757678"/>
                  </a:moveTo>
                  <a:lnTo>
                    <a:pt x="1056132" y="2757678"/>
                  </a:lnTo>
                </a:path>
                <a:path w="3331845" h="8151495">
                  <a:moveTo>
                    <a:pt x="1060323" y="2757678"/>
                  </a:moveTo>
                  <a:lnTo>
                    <a:pt x="1324356" y="2757678"/>
                  </a:lnTo>
                </a:path>
                <a:path w="3331845" h="8151495">
                  <a:moveTo>
                    <a:pt x="1324356" y="2757678"/>
                  </a:moveTo>
                  <a:lnTo>
                    <a:pt x="1818894" y="2757678"/>
                  </a:lnTo>
                </a:path>
                <a:path w="3331845" h="8151495">
                  <a:moveTo>
                    <a:pt x="1814703" y="2757678"/>
                  </a:moveTo>
                  <a:lnTo>
                    <a:pt x="2468499" y="2757678"/>
                  </a:lnTo>
                </a:path>
                <a:path w="3331845" h="8151495">
                  <a:moveTo>
                    <a:pt x="2468499" y="2757678"/>
                  </a:moveTo>
                  <a:lnTo>
                    <a:pt x="3327654" y="2757678"/>
                  </a:lnTo>
                </a:path>
                <a:path w="3331845" h="8151495">
                  <a:moveTo>
                    <a:pt x="0" y="2757678"/>
                  </a:moveTo>
                  <a:lnTo>
                    <a:pt x="0" y="2841498"/>
                  </a:lnTo>
                </a:path>
                <a:path w="3331845" h="8151495">
                  <a:moveTo>
                    <a:pt x="490347" y="2757678"/>
                  </a:moveTo>
                  <a:lnTo>
                    <a:pt x="490347" y="2841498"/>
                  </a:lnTo>
                </a:path>
                <a:path w="3331845" h="8151495">
                  <a:moveTo>
                    <a:pt x="787908" y="2757678"/>
                  </a:moveTo>
                  <a:lnTo>
                    <a:pt x="787908" y="2841498"/>
                  </a:lnTo>
                </a:path>
                <a:path w="3331845" h="8151495">
                  <a:moveTo>
                    <a:pt x="1056132" y="2757678"/>
                  </a:moveTo>
                  <a:lnTo>
                    <a:pt x="1056132" y="2841498"/>
                  </a:lnTo>
                </a:path>
                <a:path w="3331845" h="8151495">
                  <a:moveTo>
                    <a:pt x="1324356" y="2757678"/>
                  </a:moveTo>
                  <a:lnTo>
                    <a:pt x="1324356" y="2841498"/>
                  </a:lnTo>
                </a:path>
                <a:path w="3331845" h="8151495">
                  <a:moveTo>
                    <a:pt x="1814703" y="2757678"/>
                  </a:moveTo>
                  <a:lnTo>
                    <a:pt x="1814703" y="2841498"/>
                  </a:lnTo>
                </a:path>
                <a:path w="3331845" h="8151495">
                  <a:moveTo>
                    <a:pt x="2464308" y="2757678"/>
                  </a:moveTo>
                  <a:lnTo>
                    <a:pt x="2464308" y="2841498"/>
                  </a:lnTo>
                </a:path>
                <a:path w="3331845" h="8151495">
                  <a:moveTo>
                    <a:pt x="3327654" y="2757678"/>
                  </a:moveTo>
                  <a:lnTo>
                    <a:pt x="3327654" y="2841498"/>
                  </a:lnTo>
                </a:path>
                <a:path w="3331845" h="8151495">
                  <a:moveTo>
                    <a:pt x="490347" y="2837307"/>
                  </a:moveTo>
                  <a:lnTo>
                    <a:pt x="787908" y="2837307"/>
                  </a:lnTo>
                </a:path>
                <a:path w="3331845" h="8151495">
                  <a:moveTo>
                    <a:pt x="792099" y="2837307"/>
                  </a:moveTo>
                  <a:lnTo>
                    <a:pt x="1056132" y="2837307"/>
                  </a:lnTo>
                </a:path>
                <a:path w="3331845" h="8151495">
                  <a:moveTo>
                    <a:pt x="1060323" y="2837307"/>
                  </a:moveTo>
                  <a:lnTo>
                    <a:pt x="1324356" y="2837307"/>
                  </a:lnTo>
                </a:path>
                <a:path w="3331845" h="8151495">
                  <a:moveTo>
                    <a:pt x="2468499" y="2837307"/>
                  </a:moveTo>
                  <a:lnTo>
                    <a:pt x="3327654" y="2837307"/>
                  </a:lnTo>
                </a:path>
                <a:path w="3331845" h="8151495">
                  <a:moveTo>
                    <a:pt x="0" y="2837307"/>
                  </a:moveTo>
                  <a:lnTo>
                    <a:pt x="0" y="2921127"/>
                  </a:lnTo>
                </a:path>
                <a:path w="3331845" h="8151495">
                  <a:moveTo>
                    <a:pt x="490347" y="2837307"/>
                  </a:moveTo>
                  <a:lnTo>
                    <a:pt x="490347" y="2921127"/>
                  </a:lnTo>
                </a:path>
                <a:path w="3331845" h="8151495">
                  <a:moveTo>
                    <a:pt x="787908" y="2837307"/>
                  </a:moveTo>
                  <a:lnTo>
                    <a:pt x="787908" y="2921127"/>
                  </a:lnTo>
                </a:path>
                <a:path w="3331845" h="8151495">
                  <a:moveTo>
                    <a:pt x="1056132" y="2837307"/>
                  </a:moveTo>
                  <a:lnTo>
                    <a:pt x="1056132" y="2921127"/>
                  </a:lnTo>
                </a:path>
                <a:path w="3331845" h="8151495">
                  <a:moveTo>
                    <a:pt x="1324356" y="2837307"/>
                  </a:moveTo>
                  <a:lnTo>
                    <a:pt x="1324356" y="2921127"/>
                  </a:lnTo>
                </a:path>
                <a:path w="3331845" h="8151495">
                  <a:moveTo>
                    <a:pt x="1814703" y="2837307"/>
                  </a:moveTo>
                  <a:lnTo>
                    <a:pt x="1814703" y="2921127"/>
                  </a:lnTo>
                </a:path>
                <a:path w="3331845" h="8151495">
                  <a:moveTo>
                    <a:pt x="2464308" y="2837307"/>
                  </a:moveTo>
                  <a:lnTo>
                    <a:pt x="2464308" y="2921127"/>
                  </a:lnTo>
                </a:path>
                <a:path w="3331845" h="8151495">
                  <a:moveTo>
                    <a:pt x="3327654" y="2837307"/>
                  </a:moveTo>
                  <a:lnTo>
                    <a:pt x="3327654" y="2921127"/>
                  </a:lnTo>
                </a:path>
                <a:path w="3331845" h="8151495">
                  <a:moveTo>
                    <a:pt x="490347" y="2916936"/>
                  </a:moveTo>
                  <a:lnTo>
                    <a:pt x="787908" y="2916936"/>
                  </a:lnTo>
                </a:path>
                <a:path w="3331845" h="8151495">
                  <a:moveTo>
                    <a:pt x="792099" y="2916936"/>
                  </a:moveTo>
                  <a:lnTo>
                    <a:pt x="1056132" y="2916936"/>
                  </a:lnTo>
                </a:path>
                <a:path w="3331845" h="8151495">
                  <a:moveTo>
                    <a:pt x="1060323" y="2916936"/>
                  </a:moveTo>
                  <a:lnTo>
                    <a:pt x="1324356" y="2916936"/>
                  </a:lnTo>
                </a:path>
                <a:path w="3331845" h="8151495">
                  <a:moveTo>
                    <a:pt x="2468499" y="2916936"/>
                  </a:moveTo>
                  <a:lnTo>
                    <a:pt x="3327654" y="2916936"/>
                  </a:lnTo>
                </a:path>
                <a:path w="3331845" h="8151495">
                  <a:moveTo>
                    <a:pt x="0" y="2916936"/>
                  </a:moveTo>
                  <a:lnTo>
                    <a:pt x="0" y="3000756"/>
                  </a:lnTo>
                </a:path>
                <a:path w="3331845" h="8151495">
                  <a:moveTo>
                    <a:pt x="490347" y="2916936"/>
                  </a:moveTo>
                  <a:lnTo>
                    <a:pt x="490347" y="3000756"/>
                  </a:lnTo>
                </a:path>
                <a:path w="3331845" h="8151495">
                  <a:moveTo>
                    <a:pt x="787908" y="2916936"/>
                  </a:moveTo>
                  <a:lnTo>
                    <a:pt x="787908" y="3000756"/>
                  </a:lnTo>
                </a:path>
                <a:path w="3331845" h="8151495">
                  <a:moveTo>
                    <a:pt x="1056132" y="2916936"/>
                  </a:moveTo>
                  <a:lnTo>
                    <a:pt x="1056132" y="3000756"/>
                  </a:lnTo>
                </a:path>
                <a:path w="3331845" h="8151495">
                  <a:moveTo>
                    <a:pt x="1324356" y="2916936"/>
                  </a:moveTo>
                  <a:lnTo>
                    <a:pt x="1324356" y="3000756"/>
                  </a:lnTo>
                </a:path>
                <a:path w="3331845" h="8151495">
                  <a:moveTo>
                    <a:pt x="1814703" y="2916936"/>
                  </a:moveTo>
                  <a:lnTo>
                    <a:pt x="1814703" y="3000756"/>
                  </a:lnTo>
                </a:path>
                <a:path w="3331845" h="8151495">
                  <a:moveTo>
                    <a:pt x="2464308" y="2916936"/>
                  </a:moveTo>
                  <a:lnTo>
                    <a:pt x="2464308" y="3000756"/>
                  </a:lnTo>
                </a:path>
                <a:path w="3331845" h="8151495">
                  <a:moveTo>
                    <a:pt x="3327654" y="2916936"/>
                  </a:moveTo>
                  <a:lnTo>
                    <a:pt x="3327654" y="3000756"/>
                  </a:lnTo>
                </a:path>
                <a:path w="3331845" h="8151495">
                  <a:moveTo>
                    <a:pt x="0" y="2996565"/>
                  </a:moveTo>
                  <a:lnTo>
                    <a:pt x="494538" y="2996565"/>
                  </a:lnTo>
                </a:path>
                <a:path w="3331845" h="8151495">
                  <a:moveTo>
                    <a:pt x="490347" y="2996565"/>
                  </a:moveTo>
                  <a:lnTo>
                    <a:pt x="787908" y="2996565"/>
                  </a:lnTo>
                </a:path>
                <a:path w="3331845" h="8151495">
                  <a:moveTo>
                    <a:pt x="792099" y="2996565"/>
                  </a:moveTo>
                  <a:lnTo>
                    <a:pt x="1056132" y="2996565"/>
                  </a:lnTo>
                </a:path>
                <a:path w="3331845" h="8151495">
                  <a:moveTo>
                    <a:pt x="1060323" y="2996565"/>
                  </a:moveTo>
                  <a:lnTo>
                    <a:pt x="1324356" y="2996565"/>
                  </a:lnTo>
                </a:path>
                <a:path w="3331845" h="8151495">
                  <a:moveTo>
                    <a:pt x="1324356" y="2996565"/>
                  </a:moveTo>
                  <a:lnTo>
                    <a:pt x="1818894" y="2996565"/>
                  </a:lnTo>
                </a:path>
                <a:path w="3331845" h="8151495">
                  <a:moveTo>
                    <a:pt x="1814703" y="2996565"/>
                  </a:moveTo>
                  <a:lnTo>
                    <a:pt x="2468499" y="2996565"/>
                  </a:lnTo>
                </a:path>
                <a:path w="3331845" h="8151495">
                  <a:moveTo>
                    <a:pt x="2468499" y="2996565"/>
                  </a:moveTo>
                  <a:lnTo>
                    <a:pt x="3327654" y="2996565"/>
                  </a:lnTo>
                </a:path>
                <a:path w="3331845" h="8151495">
                  <a:moveTo>
                    <a:pt x="0" y="2996565"/>
                  </a:moveTo>
                  <a:lnTo>
                    <a:pt x="0" y="3080385"/>
                  </a:lnTo>
                </a:path>
                <a:path w="3331845" h="8151495">
                  <a:moveTo>
                    <a:pt x="490347" y="2996565"/>
                  </a:moveTo>
                  <a:lnTo>
                    <a:pt x="490347" y="3080385"/>
                  </a:lnTo>
                </a:path>
                <a:path w="3331845" h="8151495">
                  <a:moveTo>
                    <a:pt x="787908" y="2996565"/>
                  </a:moveTo>
                  <a:lnTo>
                    <a:pt x="787908" y="3080385"/>
                  </a:lnTo>
                </a:path>
                <a:path w="3331845" h="8151495">
                  <a:moveTo>
                    <a:pt x="1056132" y="2996565"/>
                  </a:moveTo>
                  <a:lnTo>
                    <a:pt x="1056132" y="3080385"/>
                  </a:lnTo>
                </a:path>
                <a:path w="3331845" h="8151495">
                  <a:moveTo>
                    <a:pt x="1324356" y="2996565"/>
                  </a:moveTo>
                  <a:lnTo>
                    <a:pt x="1324356" y="3080385"/>
                  </a:lnTo>
                </a:path>
                <a:path w="3331845" h="8151495">
                  <a:moveTo>
                    <a:pt x="1814703" y="2996565"/>
                  </a:moveTo>
                  <a:lnTo>
                    <a:pt x="1814703" y="3080385"/>
                  </a:lnTo>
                </a:path>
                <a:path w="3331845" h="8151495">
                  <a:moveTo>
                    <a:pt x="2464308" y="2996565"/>
                  </a:moveTo>
                  <a:lnTo>
                    <a:pt x="2464308" y="3080385"/>
                  </a:lnTo>
                </a:path>
                <a:path w="3331845" h="8151495">
                  <a:moveTo>
                    <a:pt x="3327654" y="2996565"/>
                  </a:moveTo>
                  <a:lnTo>
                    <a:pt x="3327654" y="3080385"/>
                  </a:lnTo>
                </a:path>
                <a:path w="3331845" h="8151495">
                  <a:moveTo>
                    <a:pt x="490347" y="3076194"/>
                  </a:moveTo>
                  <a:lnTo>
                    <a:pt x="787908" y="3076194"/>
                  </a:lnTo>
                </a:path>
                <a:path w="3331845" h="8151495">
                  <a:moveTo>
                    <a:pt x="792099" y="3076194"/>
                  </a:moveTo>
                  <a:lnTo>
                    <a:pt x="1056132" y="3076194"/>
                  </a:lnTo>
                </a:path>
                <a:path w="3331845" h="8151495">
                  <a:moveTo>
                    <a:pt x="1060323" y="3076194"/>
                  </a:moveTo>
                  <a:lnTo>
                    <a:pt x="1324356" y="3076194"/>
                  </a:lnTo>
                </a:path>
                <a:path w="3331845" h="8151495">
                  <a:moveTo>
                    <a:pt x="2468499" y="3076194"/>
                  </a:moveTo>
                  <a:lnTo>
                    <a:pt x="3327654" y="3076194"/>
                  </a:lnTo>
                </a:path>
                <a:path w="3331845" h="8151495">
                  <a:moveTo>
                    <a:pt x="0" y="3076194"/>
                  </a:moveTo>
                  <a:lnTo>
                    <a:pt x="0" y="3160014"/>
                  </a:lnTo>
                </a:path>
                <a:path w="3331845" h="8151495">
                  <a:moveTo>
                    <a:pt x="490347" y="3076194"/>
                  </a:moveTo>
                  <a:lnTo>
                    <a:pt x="490347" y="3160014"/>
                  </a:lnTo>
                </a:path>
                <a:path w="3331845" h="8151495">
                  <a:moveTo>
                    <a:pt x="787908" y="3076194"/>
                  </a:moveTo>
                  <a:lnTo>
                    <a:pt x="787908" y="3160014"/>
                  </a:lnTo>
                </a:path>
                <a:path w="3331845" h="8151495">
                  <a:moveTo>
                    <a:pt x="1056132" y="3076194"/>
                  </a:moveTo>
                  <a:lnTo>
                    <a:pt x="1056132" y="3160014"/>
                  </a:lnTo>
                </a:path>
                <a:path w="3331845" h="8151495">
                  <a:moveTo>
                    <a:pt x="1324356" y="3076194"/>
                  </a:moveTo>
                  <a:lnTo>
                    <a:pt x="1324356" y="3160014"/>
                  </a:lnTo>
                </a:path>
                <a:path w="3331845" h="8151495">
                  <a:moveTo>
                    <a:pt x="1814703" y="3076194"/>
                  </a:moveTo>
                  <a:lnTo>
                    <a:pt x="1814703" y="3160014"/>
                  </a:lnTo>
                </a:path>
                <a:path w="3331845" h="8151495">
                  <a:moveTo>
                    <a:pt x="2464308" y="3076194"/>
                  </a:moveTo>
                  <a:lnTo>
                    <a:pt x="2464308" y="3160014"/>
                  </a:lnTo>
                </a:path>
                <a:path w="3331845" h="8151495">
                  <a:moveTo>
                    <a:pt x="3327654" y="3076194"/>
                  </a:moveTo>
                  <a:lnTo>
                    <a:pt x="3327654" y="3160014"/>
                  </a:lnTo>
                </a:path>
                <a:path w="3331845" h="8151495">
                  <a:moveTo>
                    <a:pt x="490347" y="3155823"/>
                  </a:moveTo>
                  <a:lnTo>
                    <a:pt x="787908" y="3155823"/>
                  </a:lnTo>
                </a:path>
                <a:path w="3331845" h="8151495">
                  <a:moveTo>
                    <a:pt x="792099" y="3155823"/>
                  </a:moveTo>
                  <a:lnTo>
                    <a:pt x="1056132" y="3155823"/>
                  </a:lnTo>
                </a:path>
                <a:path w="3331845" h="8151495">
                  <a:moveTo>
                    <a:pt x="1060323" y="3155823"/>
                  </a:moveTo>
                  <a:lnTo>
                    <a:pt x="1324356" y="3155823"/>
                  </a:lnTo>
                </a:path>
                <a:path w="3331845" h="8151495">
                  <a:moveTo>
                    <a:pt x="2468499" y="3155823"/>
                  </a:moveTo>
                  <a:lnTo>
                    <a:pt x="3327654" y="3155823"/>
                  </a:lnTo>
                </a:path>
                <a:path w="3331845" h="8151495">
                  <a:moveTo>
                    <a:pt x="0" y="3155823"/>
                  </a:moveTo>
                  <a:lnTo>
                    <a:pt x="0" y="3239643"/>
                  </a:lnTo>
                </a:path>
                <a:path w="3331845" h="8151495">
                  <a:moveTo>
                    <a:pt x="490347" y="3155823"/>
                  </a:moveTo>
                  <a:lnTo>
                    <a:pt x="490347" y="3239643"/>
                  </a:lnTo>
                </a:path>
                <a:path w="3331845" h="8151495">
                  <a:moveTo>
                    <a:pt x="787908" y="3155823"/>
                  </a:moveTo>
                  <a:lnTo>
                    <a:pt x="787908" y="3239643"/>
                  </a:lnTo>
                </a:path>
                <a:path w="3331845" h="8151495">
                  <a:moveTo>
                    <a:pt x="1056132" y="3155823"/>
                  </a:moveTo>
                  <a:lnTo>
                    <a:pt x="1056132" y="3239643"/>
                  </a:lnTo>
                </a:path>
                <a:path w="3331845" h="8151495">
                  <a:moveTo>
                    <a:pt x="1324356" y="3155823"/>
                  </a:moveTo>
                  <a:lnTo>
                    <a:pt x="1324356" y="3239643"/>
                  </a:lnTo>
                </a:path>
                <a:path w="3331845" h="8151495">
                  <a:moveTo>
                    <a:pt x="1814703" y="3155823"/>
                  </a:moveTo>
                  <a:lnTo>
                    <a:pt x="1814703" y="3239643"/>
                  </a:lnTo>
                </a:path>
                <a:path w="3331845" h="8151495">
                  <a:moveTo>
                    <a:pt x="2464308" y="3155823"/>
                  </a:moveTo>
                  <a:lnTo>
                    <a:pt x="2464308" y="3239643"/>
                  </a:lnTo>
                </a:path>
                <a:path w="3331845" h="8151495">
                  <a:moveTo>
                    <a:pt x="3327654" y="3155823"/>
                  </a:moveTo>
                  <a:lnTo>
                    <a:pt x="3327654" y="3239643"/>
                  </a:lnTo>
                </a:path>
                <a:path w="3331845" h="8151495">
                  <a:moveTo>
                    <a:pt x="0" y="3235452"/>
                  </a:moveTo>
                  <a:lnTo>
                    <a:pt x="494538" y="3235452"/>
                  </a:lnTo>
                </a:path>
                <a:path w="3331845" h="8151495">
                  <a:moveTo>
                    <a:pt x="490347" y="3235452"/>
                  </a:moveTo>
                  <a:lnTo>
                    <a:pt x="787908" y="3235452"/>
                  </a:lnTo>
                </a:path>
                <a:path w="3331845" h="8151495">
                  <a:moveTo>
                    <a:pt x="792099" y="3235452"/>
                  </a:moveTo>
                  <a:lnTo>
                    <a:pt x="1056132" y="3235452"/>
                  </a:lnTo>
                </a:path>
                <a:path w="3331845" h="8151495">
                  <a:moveTo>
                    <a:pt x="1060323" y="3235452"/>
                  </a:moveTo>
                  <a:lnTo>
                    <a:pt x="1324356" y="3235452"/>
                  </a:lnTo>
                </a:path>
                <a:path w="3331845" h="8151495">
                  <a:moveTo>
                    <a:pt x="1324356" y="3235452"/>
                  </a:moveTo>
                  <a:lnTo>
                    <a:pt x="1818894" y="3235452"/>
                  </a:lnTo>
                </a:path>
                <a:path w="3331845" h="8151495">
                  <a:moveTo>
                    <a:pt x="1814703" y="3235452"/>
                  </a:moveTo>
                  <a:lnTo>
                    <a:pt x="2468499" y="3235452"/>
                  </a:lnTo>
                </a:path>
                <a:path w="3331845" h="8151495">
                  <a:moveTo>
                    <a:pt x="2468499" y="3235452"/>
                  </a:moveTo>
                  <a:lnTo>
                    <a:pt x="3327654" y="3235452"/>
                  </a:lnTo>
                </a:path>
                <a:path w="3331845" h="8151495">
                  <a:moveTo>
                    <a:pt x="0" y="3235452"/>
                  </a:moveTo>
                  <a:lnTo>
                    <a:pt x="0" y="3319272"/>
                  </a:lnTo>
                </a:path>
                <a:path w="3331845" h="8151495">
                  <a:moveTo>
                    <a:pt x="490347" y="3235452"/>
                  </a:moveTo>
                  <a:lnTo>
                    <a:pt x="490347" y="3319272"/>
                  </a:lnTo>
                </a:path>
                <a:path w="3331845" h="8151495">
                  <a:moveTo>
                    <a:pt x="787908" y="3235452"/>
                  </a:moveTo>
                  <a:lnTo>
                    <a:pt x="787908" y="3319272"/>
                  </a:lnTo>
                </a:path>
                <a:path w="3331845" h="8151495">
                  <a:moveTo>
                    <a:pt x="1056132" y="3235452"/>
                  </a:moveTo>
                  <a:lnTo>
                    <a:pt x="1056132" y="3319272"/>
                  </a:lnTo>
                </a:path>
                <a:path w="3331845" h="8151495">
                  <a:moveTo>
                    <a:pt x="1324356" y="3235452"/>
                  </a:moveTo>
                  <a:lnTo>
                    <a:pt x="1324356" y="3319272"/>
                  </a:lnTo>
                </a:path>
                <a:path w="3331845" h="8151495">
                  <a:moveTo>
                    <a:pt x="1814703" y="3235452"/>
                  </a:moveTo>
                  <a:lnTo>
                    <a:pt x="1814703" y="3319272"/>
                  </a:lnTo>
                </a:path>
                <a:path w="3331845" h="8151495">
                  <a:moveTo>
                    <a:pt x="2464308" y="3235452"/>
                  </a:moveTo>
                  <a:lnTo>
                    <a:pt x="2464308" y="3319272"/>
                  </a:lnTo>
                </a:path>
                <a:path w="3331845" h="8151495">
                  <a:moveTo>
                    <a:pt x="3327654" y="3235452"/>
                  </a:moveTo>
                  <a:lnTo>
                    <a:pt x="3327654" y="3319272"/>
                  </a:lnTo>
                </a:path>
                <a:path w="3331845" h="8151495">
                  <a:moveTo>
                    <a:pt x="490347" y="3315081"/>
                  </a:moveTo>
                  <a:lnTo>
                    <a:pt x="787908" y="3315081"/>
                  </a:lnTo>
                </a:path>
                <a:path w="3331845" h="8151495">
                  <a:moveTo>
                    <a:pt x="792099" y="3315081"/>
                  </a:moveTo>
                  <a:lnTo>
                    <a:pt x="1056132" y="3315081"/>
                  </a:lnTo>
                </a:path>
                <a:path w="3331845" h="8151495">
                  <a:moveTo>
                    <a:pt x="1060323" y="3315081"/>
                  </a:moveTo>
                  <a:lnTo>
                    <a:pt x="1324356" y="3315081"/>
                  </a:lnTo>
                </a:path>
                <a:path w="3331845" h="8151495">
                  <a:moveTo>
                    <a:pt x="2468499" y="3315081"/>
                  </a:moveTo>
                  <a:lnTo>
                    <a:pt x="3327654" y="3315081"/>
                  </a:lnTo>
                </a:path>
                <a:path w="3331845" h="8151495">
                  <a:moveTo>
                    <a:pt x="0" y="3315081"/>
                  </a:moveTo>
                  <a:lnTo>
                    <a:pt x="0" y="3398901"/>
                  </a:lnTo>
                </a:path>
                <a:path w="3331845" h="8151495">
                  <a:moveTo>
                    <a:pt x="490347" y="3315081"/>
                  </a:moveTo>
                  <a:lnTo>
                    <a:pt x="490347" y="3398901"/>
                  </a:lnTo>
                </a:path>
                <a:path w="3331845" h="8151495">
                  <a:moveTo>
                    <a:pt x="787908" y="3315081"/>
                  </a:moveTo>
                  <a:lnTo>
                    <a:pt x="787908" y="3398901"/>
                  </a:lnTo>
                </a:path>
                <a:path w="3331845" h="8151495">
                  <a:moveTo>
                    <a:pt x="1056132" y="3315081"/>
                  </a:moveTo>
                  <a:lnTo>
                    <a:pt x="1056132" y="3398901"/>
                  </a:lnTo>
                </a:path>
                <a:path w="3331845" h="8151495">
                  <a:moveTo>
                    <a:pt x="1324356" y="3315081"/>
                  </a:moveTo>
                  <a:lnTo>
                    <a:pt x="1324356" y="3398901"/>
                  </a:lnTo>
                </a:path>
                <a:path w="3331845" h="8151495">
                  <a:moveTo>
                    <a:pt x="1814703" y="3315081"/>
                  </a:moveTo>
                  <a:lnTo>
                    <a:pt x="1814703" y="3398901"/>
                  </a:lnTo>
                </a:path>
                <a:path w="3331845" h="8151495">
                  <a:moveTo>
                    <a:pt x="2464308" y="3315081"/>
                  </a:moveTo>
                  <a:lnTo>
                    <a:pt x="2464308" y="3398901"/>
                  </a:lnTo>
                </a:path>
                <a:path w="3331845" h="8151495">
                  <a:moveTo>
                    <a:pt x="3327654" y="3315081"/>
                  </a:moveTo>
                  <a:lnTo>
                    <a:pt x="3327654" y="3398901"/>
                  </a:lnTo>
                </a:path>
                <a:path w="3331845" h="8151495">
                  <a:moveTo>
                    <a:pt x="490347" y="3394710"/>
                  </a:moveTo>
                  <a:lnTo>
                    <a:pt x="787908" y="3394710"/>
                  </a:lnTo>
                </a:path>
                <a:path w="3331845" h="8151495">
                  <a:moveTo>
                    <a:pt x="792099" y="3394710"/>
                  </a:moveTo>
                  <a:lnTo>
                    <a:pt x="1056132" y="3394710"/>
                  </a:lnTo>
                </a:path>
                <a:path w="3331845" h="8151495">
                  <a:moveTo>
                    <a:pt x="1060323" y="3394710"/>
                  </a:moveTo>
                  <a:lnTo>
                    <a:pt x="1324356" y="3394710"/>
                  </a:lnTo>
                </a:path>
                <a:path w="3331845" h="8151495">
                  <a:moveTo>
                    <a:pt x="2468499" y="3394710"/>
                  </a:moveTo>
                  <a:lnTo>
                    <a:pt x="3327654" y="3394710"/>
                  </a:lnTo>
                </a:path>
                <a:path w="3331845" h="8151495">
                  <a:moveTo>
                    <a:pt x="0" y="3394710"/>
                  </a:moveTo>
                  <a:lnTo>
                    <a:pt x="0" y="3478530"/>
                  </a:lnTo>
                </a:path>
                <a:path w="3331845" h="8151495">
                  <a:moveTo>
                    <a:pt x="490347" y="3394710"/>
                  </a:moveTo>
                  <a:lnTo>
                    <a:pt x="490347" y="3478530"/>
                  </a:lnTo>
                </a:path>
                <a:path w="3331845" h="8151495">
                  <a:moveTo>
                    <a:pt x="787908" y="3394710"/>
                  </a:moveTo>
                  <a:lnTo>
                    <a:pt x="787908" y="3478530"/>
                  </a:lnTo>
                </a:path>
                <a:path w="3331845" h="8151495">
                  <a:moveTo>
                    <a:pt x="1056132" y="3394710"/>
                  </a:moveTo>
                  <a:lnTo>
                    <a:pt x="1056132" y="3478530"/>
                  </a:lnTo>
                </a:path>
                <a:path w="3331845" h="8151495">
                  <a:moveTo>
                    <a:pt x="1324356" y="3394710"/>
                  </a:moveTo>
                  <a:lnTo>
                    <a:pt x="1324356" y="3478530"/>
                  </a:lnTo>
                </a:path>
                <a:path w="3331845" h="8151495">
                  <a:moveTo>
                    <a:pt x="1814703" y="3394710"/>
                  </a:moveTo>
                  <a:lnTo>
                    <a:pt x="1814703" y="3478530"/>
                  </a:lnTo>
                </a:path>
                <a:path w="3331845" h="8151495">
                  <a:moveTo>
                    <a:pt x="2464308" y="3394710"/>
                  </a:moveTo>
                  <a:lnTo>
                    <a:pt x="2464308" y="3478530"/>
                  </a:lnTo>
                </a:path>
                <a:path w="3331845" h="8151495">
                  <a:moveTo>
                    <a:pt x="3327654" y="3394710"/>
                  </a:moveTo>
                  <a:lnTo>
                    <a:pt x="3327654" y="3478530"/>
                  </a:lnTo>
                </a:path>
                <a:path w="3331845" h="8151495">
                  <a:moveTo>
                    <a:pt x="0" y="3474339"/>
                  </a:moveTo>
                  <a:lnTo>
                    <a:pt x="494538" y="3474339"/>
                  </a:lnTo>
                </a:path>
                <a:path w="3331845" h="8151495">
                  <a:moveTo>
                    <a:pt x="490347" y="3474339"/>
                  </a:moveTo>
                  <a:lnTo>
                    <a:pt x="787908" y="3474339"/>
                  </a:lnTo>
                </a:path>
                <a:path w="3331845" h="8151495">
                  <a:moveTo>
                    <a:pt x="792099" y="3474339"/>
                  </a:moveTo>
                  <a:lnTo>
                    <a:pt x="1056132" y="3474339"/>
                  </a:lnTo>
                </a:path>
                <a:path w="3331845" h="8151495">
                  <a:moveTo>
                    <a:pt x="1060323" y="3474339"/>
                  </a:moveTo>
                  <a:lnTo>
                    <a:pt x="1324356" y="3474339"/>
                  </a:lnTo>
                </a:path>
                <a:path w="3331845" h="8151495">
                  <a:moveTo>
                    <a:pt x="1324356" y="3474339"/>
                  </a:moveTo>
                  <a:lnTo>
                    <a:pt x="1818894" y="3474339"/>
                  </a:lnTo>
                </a:path>
                <a:path w="3331845" h="8151495">
                  <a:moveTo>
                    <a:pt x="1814703" y="3474339"/>
                  </a:moveTo>
                  <a:lnTo>
                    <a:pt x="2468499" y="3474339"/>
                  </a:lnTo>
                </a:path>
                <a:path w="3331845" h="8151495">
                  <a:moveTo>
                    <a:pt x="2468499" y="3474339"/>
                  </a:moveTo>
                  <a:lnTo>
                    <a:pt x="3327654" y="3474339"/>
                  </a:lnTo>
                </a:path>
                <a:path w="3331845" h="8151495">
                  <a:moveTo>
                    <a:pt x="0" y="3474339"/>
                  </a:moveTo>
                  <a:lnTo>
                    <a:pt x="0" y="3558159"/>
                  </a:lnTo>
                </a:path>
                <a:path w="3331845" h="8151495">
                  <a:moveTo>
                    <a:pt x="490347" y="3474339"/>
                  </a:moveTo>
                  <a:lnTo>
                    <a:pt x="490347" y="3558159"/>
                  </a:lnTo>
                </a:path>
                <a:path w="3331845" h="8151495">
                  <a:moveTo>
                    <a:pt x="787908" y="3474339"/>
                  </a:moveTo>
                  <a:lnTo>
                    <a:pt x="787908" y="3558159"/>
                  </a:lnTo>
                </a:path>
                <a:path w="3331845" h="8151495">
                  <a:moveTo>
                    <a:pt x="1056132" y="3474339"/>
                  </a:moveTo>
                  <a:lnTo>
                    <a:pt x="1056132" y="3558159"/>
                  </a:lnTo>
                </a:path>
                <a:path w="3331845" h="8151495">
                  <a:moveTo>
                    <a:pt x="1324356" y="3474339"/>
                  </a:moveTo>
                  <a:lnTo>
                    <a:pt x="1324356" y="3558159"/>
                  </a:lnTo>
                </a:path>
                <a:path w="3331845" h="8151495">
                  <a:moveTo>
                    <a:pt x="1814703" y="3474339"/>
                  </a:moveTo>
                  <a:lnTo>
                    <a:pt x="1814703" y="3558159"/>
                  </a:lnTo>
                </a:path>
                <a:path w="3331845" h="8151495">
                  <a:moveTo>
                    <a:pt x="2464308" y="3474339"/>
                  </a:moveTo>
                  <a:lnTo>
                    <a:pt x="2464308" y="3558159"/>
                  </a:lnTo>
                </a:path>
                <a:path w="3331845" h="8151495">
                  <a:moveTo>
                    <a:pt x="3327654" y="3474339"/>
                  </a:moveTo>
                  <a:lnTo>
                    <a:pt x="3327654" y="3558159"/>
                  </a:lnTo>
                </a:path>
                <a:path w="3331845" h="8151495">
                  <a:moveTo>
                    <a:pt x="490347" y="3553968"/>
                  </a:moveTo>
                  <a:lnTo>
                    <a:pt x="787908" y="3553968"/>
                  </a:lnTo>
                </a:path>
                <a:path w="3331845" h="8151495">
                  <a:moveTo>
                    <a:pt x="792099" y="3553968"/>
                  </a:moveTo>
                  <a:lnTo>
                    <a:pt x="1056132" y="3553968"/>
                  </a:lnTo>
                </a:path>
                <a:path w="3331845" h="8151495">
                  <a:moveTo>
                    <a:pt x="1060323" y="3553968"/>
                  </a:moveTo>
                  <a:lnTo>
                    <a:pt x="1324356" y="3553968"/>
                  </a:lnTo>
                </a:path>
                <a:path w="3331845" h="8151495">
                  <a:moveTo>
                    <a:pt x="2468499" y="3553968"/>
                  </a:moveTo>
                  <a:lnTo>
                    <a:pt x="3327654" y="3553968"/>
                  </a:lnTo>
                </a:path>
                <a:path w="3331845" h="8151495">
                  <a:moveTo>
                    <a:pt x="0" y="3553968"/>
                  </a:moveTo>
                  <a:lnTo>
                    <a:pt x="0" y="3637787"/>
                  </a:lnTo>
                </a:path>
                <a:path w="3331845" h="8151495">
                  <a:moveTo>
                    <a:pt x="490347" y="3553968"/>
                  </a:moveTo>
                  <a:lnTo>
                    <a:pt x="490347" y="3637787"/>
                  </a:lnTo>
                </a:path>
                <a:path w="3331845" h="8151495">
                  <a:moveTo>
                    <a:pt x="787908" y="3553968"/>
                  </a:moveTo>
                  <a:lnTo>
                    <a:pt x="787908" y="3637787"/>
                  </a:lnTo>
                </a:path>
                <a:path w="3331845" h="8151495">
                  <a:moveTo>
                    <a:pt x="1056132" y="3553968"/>
                  </a:moveTo>
                  <a:lnTo>
                    <a:pt x="1056132" y="3637787"/>
                  </a:lnTo>
                </a:path>
                <a:path w="3331845" h="8151495">
                  <a:moveTo>
                    <a:pt x="1324356" y="3553968"/>
                  </a:moveTo>
                  <a:lnTo>
                    <a:pt x="1324356" y="3637787"/>
                  </a:lnTo>
                </a:path>
                <a:path w="3331845" h="8151495">
                  <a:moveTo>
                    <a:pt x="1814703" y="3553968"/>
                  </a:moveTo>
                  <a:lnTo>
                    <a:pt x="1814703" y="3637787"/>
                  </a:lnTo>
                </a:path>
                <a:path w="3331845" h="8151495">
                  <a:moveTo>
                    <a:pt x="2464308" y="3553968"/>
                  </a:moveTo>
                  <a:lnTo>
                    <a:pt x="2464308" y="3637787"/>
                  </a:lnTo>
                </a:path>
                <a:path w="3331845" h="8151495">
                  <a:moveTo>
                    <a:pt x="3327654" y="3553968"/>
                  </a:moveTo>
                  <a:lnTo>
                    <a:pt x="3327654" y="3637787"/>
                  </a:lnTo>
                </a:path>
                <a:path w="3331845" h="8151495">
                  <a:moveTo>
                    <a:pt x="490347" y="3633597"/>
                  </a:moveTo>
                  <a:lnTo>
                    <a:pt x="787908" y="3633597"/>
                  </a:lnTo>
                </a:path>
                <a:path w="3331845" h="8151495">
                  <a:moveTo>
                    <a:pt x="792099" y="3633597"/>
                  </a:moveTo>
                  <a:lnTo>
                    <a:pt x="1056132" y="3633597"/>
                  </a:lnTo>
                </a:path>
                <a:path w="3331845" h="8151495">
                  <a:moveTo>
                    <a:pt x="1060323" y="3633597"/>
                  </a:moveTo>
                  <a:lnTo>
                    <a:pt x="1324356" y="3633597"/>
                  </a:lnTo>
                </a:path>
                <a:path w="3331845" h="8151495">
                  <a:moveTo>
                    <a:pt x="2468499" y="3633597"/>
                  </a:moveTo>
                  <a:lnTo>
                    <a:pt x="3327654" y="3633597"/>
                  </a:lnTo>
                </a:path>
                <a:path w="3331845" h="8151495">
                  <a:moveTo>
                    <a:pt x="0" y="3633597"/>
                  </a:moveTo>
                  <a:lnTo>
                    <a:pt x="0" y="3717417"/>
                  </a:lnTo>
                </a:path>
                <a:path w="3331845" h="8151495">
                  <a:moveTo>
                    <a:pt x="490347" y="3633597"/>
                  </a:moveTo>
                  <a:lnTo>
                    <a:pt x="490347" y="3717417"/>
                  </a:lnTo>
                </a:path>
                <a:path w="3331845" h="8151495">
                  <a:moveTo>
                    <a:pt x="787908" y="3633597"/>
                  </a:moveTo>
                  <a:lnTo>
                    <a:pt x="787908" y="3717417"/>
                  </a:lnTo>
                </a:path>
                <a:path w="3331845" h="8151495">
                  <a:moveTo>
                    <a:pt x="1056132" y="3633597"/>
                  </a:moveTo>
                  <a:lnTo>
                    <a:pt x="1056132" y="3717417"/>
                  </a:lnTo>
                </a:path>
                <a:path w="3331845" h="8151495">
                  <a:moveTo>
                    <a:pt x="1324356" y="3633597"/>
                  </a:moveTo>
                  <a:lnTo>
                    <a:pt x="1324356" y="3717417"/>
                  </a:lnTo>
                </a:path>
                <a:path w="3331845" h="8151495">
                  <a:moveTo>
                    <a:pt x="1814703" y="3633597"/>
                  </a:moveTo>
                  <a:lnTo>
                    <a:pt x="1814703" y="3717417"/>
                  </a:lnTo>
                </a:path>
                <a:path w="3331845" h="8151495">
                  <a:moveTo>
                    <a:pt x="2464308" y="3633597"/>
                  </a:moveTo>
                  <a:lnTo>
                    <a:pt x="2464308" y="3717417"/>
                  </a:lnTo>
                </a:path>
                <a:path w="3331845" h="8151495">
                  <a:moveTo>
                    <a:pt x="3327654" y="3633597"/>
                  </a:moveTo>
                  <a:lnTo>
                    <a:pt x="3327654" y="3717417"/>
                  </a:lnTo>
                </a:path>
                <a:path w="3331845" h="8151495">
                  <a:moveTo>
                    <a:pt x="0" y="3713226"/>
                  </a:moveTo>
                  <a:lnTo>
                    <a:pt x="494538" y="3713226"/>
                  </a:lnTo>
                </a:path>
                <a:path w="3331845" h="8151495">
                  <a:moveTo>
                    <a:pt x="490347" y="3713226"/>
                  </a:moveTo>
                  <a:lnTo>
                    <a:pt x="787908" y="3713226"/>
                  </a:lnTo>
                </a:path>
                <a:path w="3331845" h="8151495">
                  <a:moveTo>
                    <a:pt x="792099" y="3713226"/>
                  </a:moveTo>
                  <a:lnTo>
                    <a:pt x="1056132" y="3713226"/>
                  </a:lnTo>
                </a:path>
                <a:path w="3331845" h="8151495">
                  <a:moveTo>
                    <a:pt x="1060323" y="3713226"/>
                  </a:moveTo>
                  <a:lnTo>
                    <a:pt x="1324356" y="3713226"/>
                  </a:lnTo>
                </a:path>
                <a:path w="3331845" h="8151495">
                  <a:moveTo>
                    <a:pt x="1324356" y="3713226"/>
                  </a:moveTo>
                  <a:lnTo>
                    <a:pt x="1818894" y="3713226"/>
                  </a:lnTo>
                </a:path>
                <a:path w="3331845" h="8151495">
                  <a:moveTo>
                    <a:pt x="1814703" y="3713226"/>
                  </a:moveTo>
                  <a:lnTo>
                    <a:pt x="2468499" y="3713226"/>
                  </a:lnTo>
                </a:path>
                <a:path w="3331845" h="8151495">
                  <a:moveTo>
                    <a:pt x="2468499" y="3713226"/>
                  </a:moveTo>
                  <a:lnTo>
                    <a:pt x="3327654" y="3713226"/>
                  </a:lnTo>
                </a:path>
                <a:path w="3331845" h="8151495">
                  <a:moveTo>
                    <a:pt x="0" y="3713226"/>
                  </a:moveTo>
                  <a:lnTo>
                    <a:pt x="0" y="3797046"/>
                  </a:lnTo>
                </a:path>
                <a:path w="3331845" h="8151495">
                  <a:moveTo>
                    <a:pt x="490347" y="3713226"/>
                  </a:moveTo>
                  <a:lnTo>
                    <a:pt x="490347" y="3797046"/>
                  </a:lnTo>
                </a:path>
                <a:path w="3331845" h="8151495">
                  <a:moveTo>
                    <a:pt x="787908" y="3713226"/>
                  </a:moveTo>
                  <a:lnTo>
                    <a:pt x="787908" y="3797046"/>
                  </a:lnTo>
                </a:path>
                <a:path w="3331845" h="8151495">
                  <a:moveTo>
                    <a:pt x="1056132" y="3713226"/>
                  </a:moveTo>
                  <a:lnTo>
                    <a:pt x="1056132" y="3797046"/>
                  </a:lnTo>
                </a:path>
                <a:path w="3331845" h="8151495">
                  <a:moveTo>
                    <a:pt x="1324356" y="3713226"/>
                  </a:moveTo>
                  <a:lnTo>
                    <a:pt x="1324356" y="3797046"/>
                  </a:lnTo>
                </a:path>
                <a:path w="3331845" h="8151495">
                  <a:moveTo>
                    <a:pt x="1814703" y="3713226"/>
                  </a:moveTo>
                  <a:lnTo>
                    <a:pt x="1814703" y="3797046"/>
                  </a:lnTo>
                </a:path>
                <a:path w="3331845" h="8151495">
                  <a:moveTo>
                    <a:pt x="2464308" y="3713226"/>
                  </a:moveTo>
                  <a:lnTo>
                    <a:pt x="2464308" y="3797046"/>
                  </a:lnTo>
                </a:path>
                <a:path w="3331845" h="8151495">
                  <a:moveTo>
                    <a:pt x="3327654" y="3713226"/>
                  </a:moveTo>
                  <a:lnTo>
                    <a:pt x="3327654" y="3797046"/>
                  </a:lnTo>
                </a:path>
                <a:path w="3331845" h="8151495">
                  <a:moveTo>
                    <a:pt x="490347" y="3792855"/>
                  </a:moveTo>
                  <a:lnTo>
                    <a:pt x="787908" y="3792855"/>
                  </a:lnTo>
                </a:path>
                <a:path w="3331845" h="8151495">
                  <a:moveTo>
                    <a:pt x="792099" y="3792855"/>
                  </a:moveTo>
                  <a:lnTo>
                    <a:pt x="1056132" y="3792855"/>
                  </a:lnTo>
                </a:path>
                <a:path w="3331845" h="8151495">
                  <a:moveTo>
                    <a:pt x="1060323" y="3792855"/>
                  </a:moveTo>
                  <a:lnTo>
                    <a:pt x="1324356" y="3792855"/>
                  </a:lnTo>
                </a:path>
                <a:path w="3331845" h="8151495">
                  <a:moveTo>
                    <a:pt x="2468499" y="3792855"/>
                  </a:moveTo>
                  <a:lnTo>
                    <a:pt x="3327654" y="3792855"/>
                  </a:lnTo>
                </a:path>
                <a:path w="3331845" h="8151495">
                  <a:moveTo>
                    <a:pt x="0" y="3792855"/>
                  </a:moveTo>
                  <a:lnTo>
                    <a:pt x="0" y="3876675"/>
                  </a:lnTo>
                </a:path>
                <a:path w="3331845" h="8151495">
                  <a:moveTo>
                    <a:pt x="490347" y="3792855"/>
                  </a:moveTo>
                  <a:lnTo>
                    <a:pt x="490347" y="3876675"/>
                  </a:lnTo>
                </a:path>
                <a:path w="3331845" h="8151495">
                  <a:moveTo>
                    <a:pt x="787908" y="3792855"/>
                  </a:moveTo>
                  <a:lnTo>
                    <a:pt x="787908" y="3876675"/>
                  </a:lnTo>
                </a:path>
                <a:path w="3331845" h="8151495">
                  <a:moveTo>
                    <a:pt x="1056132" y="3792855"/>
                  </a:moveTo>
                  <a:lnTo>
                    <a:pt x="1056132" y="3876675"/>
                  </a:lnTo>
                </a:path>
                <a:path w="3331845" h="8151495">
                  <a:moveTo>
                    <a:pt x="1324356" y="3792855"/>
                  </a:moveTo>
                  <a:lnTo>
                    <a:pt x="1324356" y="3876675"/>
                  </a:lnTo>
                </a:path>
                <a:path w="3331845" h="8151495">
                  <a:moveTo>
                    <a:pt x="1814703" y="3792855"/>
                  </a:moveTo>
                  <a:lnTo>
                    <a:pt x="1814703" y="3876675"/>
                  </a:lnTo>
                </a:path>
                <a:path w="3331845" h="8151495">
                  <a:moveTo>
                    <a:pt x="2464308" y="3792855"/>
                  </a:moveTo>
                  <a:lnTo>
                    <a:pt x="2464308" y="3876675"/>
                  </a:lnTo>
                </a:path>
                <a:path w="3331845" h="8151495">
                  <a:moveTo>
                    <a:pt x="3327654" y="3792855"/>
                  </a:moveTo>
                  <a:lnTo>
                    <a:pt x="3327654" y="3876675"/>
                  </a:lnTo>
                </a:path>
                <a:path w="3331845" h="8151495">
                  <a:moveTo>
                    <a:pt x="490347" y="3872484"/>
                  </a:moveTo>
                  <a:lnTo>
                    <a:pt x="787908" y="3872484"/>
                  </a:lnTo>
                </a:path>
                <a:path w="3331845" h="8151495">
                  <a:moveTo>
                    <a:pt x="792099" y="3872484"/>
                  </a:moveTo>
                  <a:lnTo>
                    <a:pt x="1056132" y="3872484"/>
                  </a:lnTo>
                </a:path>
                <a:path w="3331845" h="8151495">
                  <a:moveTo>
                    <a:pt x="1060323" y="3872484"/>
                  </a:moveTo>
                  <a:lnTo>
                    <a:pt x="1324356" y="3872484"/>
                  </a:lnTo>
                </a:path>
                <a:path w="3331845" h="8151495">
                  <a:moveTo>
                    <a:pt x="2468499" y="3872484"/>
                  </a:moveTo>
                  <a:lnTo>
                    <a:pt x="3327654" y="3872484"/>
                  </a:lnTo>
                </a:path>
                <a:path w="3331845" h="8151495">
                  <a:moveTo>
                    <a:pt x="0" y="3872484"/>
                  </a:moveTo>
                  <a:lnTo>
                    <a:pt x="0" y="3956304"/>
                  </a:lnTo>
                </a:path>
                <a:path w="3331845" h="8151495">
                  <a:moveTo>
                    <a:pt x="490347" y="3872484"/>
                  </a:moveTo>
                  <a:lnTo>
                    <a:pt x="490347" y="3956304"/>
                  </a:lnTo>
                </a:path>
                <a:path w="3331845" h="8151495">
                  <a:moveTo>
                    <a:pt x="787908" y="3872484"/>
                  </a:moveTo>
                  <a:lnTo>
                    <a:pt x="787908" y="3956304"/>
                  </a:lnTo>
                </a:path>
                <a:path w="3331845" h="8151495">
                  <a:moveTo>
                    <a:pt x="1056132" y="3872484"/>
                  </a:moveTo>
                  <a:lnTo>
                    <a:pt x="1056132" y="3956304"/>
                  </a:lnTo>
                </a:path>
                <a:path w="3331845" h="8151495">
                  <a:moveTo>
                    <a:pt x="1324356" y="3872484"/>
                  </a:moveTo>
                  <a:lnTo>
                    <a:pt x="1324356" y="3956304"/>
                  </a:lnTo>
                </a:path>
                <a:path w="3331845" h="8151495">
                  <a:moveTo>
                    <a:pt x="1814703" y="3872484"/>
                  </a:moveTo>
                  <a:lnTo>
                    <a:pt x="1814703" y="3956304"/>
                  </a:lnTo>
                </a:path>
                <a:path w="3331845" h="8151495">
                  <a:moveTo>
                    <a:pt x="2464308" y="3872484"/>
                  </a:moveTo>
                  <a:lnTo>
                    <a:pt x="2464308" y="3956304"/>
                  </a:lnTo>
                </a:path>
                <a:path w="3331845" h="8151495">
                  <a:moveTo>
                    <a:pt x="3327654" y="3872484"/>
                  </a:moveTo>
                  <a:lnTo>
                    <a:pt x="3327654" y="3956304"/>
                  </a:lnTo>
                </a:path>
                <a:path w="3331845" h="8151495">
                  <a:moveTo>
                    <a:pt x="490347" y="3952112"/>
                  </a:moveTo>
                  <a:lnTo>
                    <a:pt x="787908" y="3952112"/>
                  </a:lnTo>
                </a:path>
                <a:path w="3331845" h="8151495">
                  <a:moveTo>
                    <a:pt x="792099" y="3952112"/>
                  </a:moveTo>
                  <a:lnTo>
                    <a:pt x="1056132" y="3952112"/>
                  </a:lnTo>
                </a:path>
                <a:path w="3331845" h="8151495">
                  <a:moveTo>
                    <a:pt x="1060323" y="3952112"/>
                  </a:moveTo>
                  <a:lnTo>
                    <a:pt x="1324356" y="3952112"/>
                  </a:lnTo>
                </a:path>
                <a:path w="3331845" h="8151495">
                  <a:moveTo>
                    <a:pt x="2468499" y="3952112"/>
                  </a:moveTo>
                  <a:lnTo>
                    <a:pt x="3327654" y="3952112"/>
                  </a:lnTo>
                </a:path>
                <a:path w="3331845" h="8151495">
                  <a:moveTo>
                    <a:pt x="0" y="3952112"/>
                  </a:moveTo>
                  <a:lnTo>
                    <a:pt x="0" y="4035933"/>
                  </a:lnTo>
                </a:path>
                <a:path w="3331845" h="8151495">
                  <a:moveTo>
                    <a:pt x="490347" y="3952112"/>
                  </a:moveTo>
                  <a:lnTo>
                    <a:pt x="490347" y="4035933"/>
                  </a:lnTo>
                </a:path>
                <a:path w="3331845" h="8151495">
                  <a:moveTo>
                    <a:pt x="787908" y="3952112"/>
                  </a:moveTo>
                  <a:lnTo>
                    <a:pt x="787908" y="4035933"/>
                  </a:lnTo>
                </a:path>
                <a:path w="3331845" h="8151495">
                  <a:moveTo>
                    <a:pt x="1056132" y="3952112"/>
                  </a:moveTo>
                  <a:lnTo>
                    <a:pt x="1056132" y="4035933"/>
                  </a:lnTo>
                </a:path>
                <a:path w="3331845" h="8151495">
                  <a:moveTo>
                    <a:pt x="1324356" y="3952112"/>
                  </a:moveTo>
                  <a:lnTo>
                    <a:pt x="1324356" y="4035933"/>
                  </a:lnTo>
                </a:path>
                <a:path w="3331845" h="8151495">
                  <a:moveTo>
                    <a:pt x="1814703" y="3952112"/>
                  </a:moveTo>
                  <a:lnTo>
                    <a:pt x="1814703" y="4035933"/>
                  </a:lnTo>
                </a:path>
                <a:path w="3331845" h="8151495">
                  <a:moveTo>
                    <a:pt x="2464308" y="3952112"/>
                  </a:moveTo>
                  <a:lnTo>
                    <a:pt x="2464308" y="4035933"/>
                  </a:lnTo>
                </a:path>
                <a:path w="3331845" h="8151495">
                  <a:moveTo>
                    <a:pt x="3327654" y="3952112"/>
                  </a:moveTo>
                  <a:lnTo>
                    <a:pt x="3327654" y="4035933"/>
                  </a:lnTo>
                </a:path>
                <a:path w="3331845" h="8151495">
                  <a:moveTo>
                    <a:pt x="0" y="4031742"/>
                  </a:moveTo>
                  <a:lnTo>
                    <a:pt x="494538" y="4031742"/>
                  </a:lnTo>
                </a:path>
                <a:path w="3331845" h="8151495">
                  <a:moveTo>
                    <a:pt x="490347" y="4031742"/>
                  </a:moveTo>
                  <a:lnTo>
                    <a:pt x="787908" y="4031742"/>
                  </a:lnTo>
                </a:path>
                <a:path w="3331845" h="8151495">
                  <a:moveTo>
                    <a:pt x="792099" y="4031742"/>
                  </a:moveTo>
                  <a:lnTo>
                    <a:pt x="1056132" y="4031742"/>
                  </a:lnTo>
                </a:path>
                <a:path w="3331845" h="8151495">
                  <a:moveTo>
                    <a:pt x="1060323" y="4031742"/>
                  </a:moveTo>
                  <a:lnTo>
                    <a:pt x="1324356" y="4031742"/>
                  </a:lnTo>
                </a:path>
                <a:path w="3331845" h="8151495">
                  <a:moveTo>
                    <a:pt x="1324356" y="4031742"/>
                  </a:moveTo>
                  <a:lnTo>
                    <a:pt x="1818894" y="4031742"/>
                  </a:lnTo>
                </a:path>
                <a:path w="3331845" h="8151495">
                  <a:moveTo>
                    <a:pt x="1814703" y="4031742"/>
                  </a:moveTo>
                  <a:lnTo>
                    <a:pt x="2468499" y="4031742"/>
                  </a:lnTo>
                </a:path>
                <a:path w="3331845" h="8151495">
                  <a:moveTo>
                    <a:pt x="2468499" y="4031742"/>
                  </a:moveTo>
                  <a:lnTo>
                    <a:pt x="3327654" y="4031742"/>
                  </a:lnTo>
                </a:path>
                <a:path w="3331845" h="8151495">
                  <a:moveTo>
                    <a:pt x="0" y="4031742"/>
                  </a:moveTo>
                  <a:lnTo>
                    <a:pt x="0" y="4115562"/>
                  </a:lnTo>
                </a:path>
                <a:path w="3331845" h="8151495">
                  <a:moveTo>
                    <a:pt x="490347" y="4031742"/>
                  </a:moveTo>
                  <a:lnTo>
                    <a:pt x="490347" y="4115562"/>
                  </a:lnTo>
                </a:path>
                <a:path w="3331845" h="8151495">
                  <a:moveTo>
                    <a:pt x="787908" y="4031742"/>
                  </a:moveTo>
                  <a:lnTo>
                    <a:pt x="787908" y="4115562"/>
                  </a:lnTo>
                </a:path>
                <a:path w="3331845" h="8151495">
                  <a:moveTo>
                    <a:pt x="1056132" y="4031742"/>
                  </a:moveTo>
                  <a:lnTo>
                    <a:pt x="1056132" y="4115562"/>
                  </a:lnTo>
                </a:path>
                <a:path w="3331845" h="8151495">
                  <a:moveTo>
                    <a:pt x="1324356" y="4031742"/>
                  </a:moveTo>
                  <a:lnTo>
                    <a:pt x="1324356" y="4115562"/>
                  </a:lnTo>
                </a:path>
                <a:path w="3331845" h="8151495">
                  <a:moveTo>
                    <a:pt x="1814703" y="4031742"/>
                  </a:moveTo>
                  <a:lnTo>
                    <a:pt x="1814703" y="4115562"/>
                  </a:lnTo>
                </a:path>
                <a:path w="3331845" h="8151495">
                  <a:moveTo>
                    <a:pt x="2464308" y="4031742"/>
                  </a:moveTo>
                  <a:lnTo>
                    <a:pt x="2464308" y="4115562"/>
                  </a:lnTo>
                </a:path>
                <a:path w="3331845" h="8151495">
                  <a:moveTo>
                    <a:pt x="3327654" y="4031742"/>
                  </a:moveTo>
                  <a:lnTo>
                    <a:pt x="3327654" y="4115562"/>
                  </a:lnTo>
                </a:path>
                <a:path w="3331845" h="8151495">
                  <a:moveTo>
                    <a:pt x="490347" y="4111371"/>
                  </a:moveTo>
                  <a:lnTo>
                    <a:pt x="787908" y="4111371"/>
                  </a:lnTo>
                </a:path>
                <a:path w="3331845" h="8151495">
                  <a:moveTo>
                    <a:pt x="792099" y="4111371"/>
                  </a:moveTo>
                  <a:lnTo>
                    <a:pt x="1056132" y="4111371"/>
                  </a:lnTo>
                </a:path>
                <a:path w="3331845" h="8151495">
                  <a:moveTo>
                    <a:pt x="1060323" y="4111371"/>
                  </a:moveTo>
                  <a:lnTo>
                    <a:pt x="1324356" y="4111371"/>
                  </a:lnTo>
                </a:path>
                <a:path w="3331845" h="8151495">
                  <a:moveTo>
                    <a:pt x="2468499" y="4111371"/>
                  </a:moveTo>
                  <a:lnTo>
                    <a:pt x="3327654" y="4111371"/>
                  </a:lnTo>
                </a:path>
                <a:path w="3331845" h="8151495">
                  <a:moveTo>
                    <a:pt x="0" y="4111371"/>
                  </a:moveTo>
                  <a:lnTo>
                    <a:pt x="0" y="4195191"/>
                  </a:lnTo>
                </a:path>
                <a:path w="3331845" h="8151495">
                  <a:moveTo>
                    <a:pt x="490347" y="4111371"/>
                  </a:moveTo>
                  <a:lnTo>
                    <a:pt x="490347" y="4195191"/>
                  </a:lnTo>
                </a:path>
                <a:path w="3331845" h="8151495">
                  <a:moveTo>
                    <a:pt x="787908" y="4111371"/>
                  </a:moveTo>
                  <a:lnTo>
                    <a:pt x="787908" y="4195191"/>
                  </a:lnTo>
                </a:path>
                <a:path w="3331845" h="8151495">
                  <a:moveTo>
                    <a:pt x="1056132" y="4111371"/>
                  </a:moveTo>
                  <a:lnTo>
                    <a:pt x="1056132" y="4195191"/>
                  </a:lnTo>
                </a:path>
                <a:path w="3331845" h="8151495">
                  <a:moveTo>
                    <a:pt x="1324356" y="4111371"/>
                  </a:moveTo>
                  <a:lnTo>
                    <a:pt x="1324356" y="4195191"/>
                  </a:lnTo>
                </a:path>
                <a:path w="3331845" h="8151495">
                  <a:moveTo>
                    <a:pt x="1814703" y="4111371"/>
                  </a:moveTo>
                  <a:lnTo>
                    <a:pt x="1814703" y="4195191"/>
                  </a:lnTo>
                </a:path>
                <a:path w="3331845" h="8151495">
                  <a:moveTo>
                    <a:pt x="2464308" y="4111371"/>
                  </a:moveTo>
                  <a:lnTo>
                    <a:pt x="2464308" y="4195191"/>
                  </a:lnTo>
                </a:path>
                <a:path w="3331845" h="8151495">
                  <a:moveTo>
                    <a:pt x="3327654" y="4111371"/>
                  </a:moveTo>
                  <a:lnTo>
                    <a:pt x="3327654" y="4195191"/>
                  </a:lnTo>
                </a:path>
                <a:path w="3331845" h="8151495">
                  <a:moveTo>
                    <a:pt x="490347" y="4191000"/>
                  </a:moveTo>
                  <a:lnTo>
                    <a:pt x="787908" y="4191000"/>
                  </a:lnTo>
                </a:path>
                <a:path w="3331845" h="8151495">
                  <a:moveTo>
                    <a:pt x="792099" y="4191000"/>
                  </a:moveTo>
                  <a:lnTo>
                    <a:pt x="1056132" y="4191000"/>
                  </a:lnTo>
                </a:path>
                <a:path w="3331845" h="8151495">
                  <a:moveTo>
                    <a:pt x="1060323" y="4191000"/>
                  </a:moveTo>
                  <a:lnTo>
                    <a:pt x="1324356" y="4191000"/>
                  </a:lnTo>
                </a:path>
                <a:path w="3331845" h="8151495">
                  <a:moveTo>
                    <a:pt x="2468499" y="4191000"/>
                  </a:moveTo>
                  <a:lnTo>
                    <a:pt x="3327654" y="4191000"/>
                  </a:lnTo>
                </a:path>
                <a:path w="3331845" h="8151495">
                  <a:moveTo>
                    <a:pt x="0" y="4191000"/>
                  </a:moveTo>
                  <a:lnTo>
                    <a:pt x="0" y="4274820"/>
                  </a:lnTo>
                </a:path>
                <a:path w="3331845" h="8151495">
                  <a:moveTo>
                    <a:pt x="490347" y="4191000"/>
                  </a:moveTo>
                  <a:lnTo>
                    <a:pt x="490347" y="4274820"/>
                  </a:lnTo>
                </a:path>
                <a:path w="3331845" h="8151495">
                  <a:moveTo>
                    <a:pt x="787908" y="4191000"/>
                  </a:moveTo>
                  <a:lnTo>
                    <a:pt x="787908" y="4274820"/>
                  </a:lnTo>
                </a:path>
                <a:path w="3331845" h="8151495">
                  <a:moveTo>
                    <a:pt x="1056132" y="4191000"/>
                  </a:moveTo>
                  <a:lnTo>
                    <a:pt x="1056132" y="4274820"/>
                  </a:lnTo>
                </a:path>
                <a:path w="3331845" h="8151495">
                  <a:moveTo>
                    <a:pt x="1324356" y="4191000"/>
                  </a:moveTo>
                  <a:lnTo>
                    <a:pt x="1324356" y="4274820"/>
                  </a:lnTo>
                </a:path>
                <a:path w="3331845" h="8151495">
                  <a:moveTo>
                    <a:pt x="1814703" y="4191000"/>
                  </a:moveTo>
                  <a:lnTo>
                    <a:pt x="1814703" y="4274820"/>
                  </a:lnTo>
                </a:path>
                <a:path w="3331845" h="8151495">
                  <a:moveTo>
                    <a:pt x="2464308" y="4191000"/>
                  </a:moveTo>
                  <a:lnTo>
                    <a:pt x="2464308" y="4274820"/>
                  </a:lnTo>
                </a:path>
                <a:path w="3331845" h="8151495">
                  <a:moveTo>
                    <a:pt x="3327654" y="4191000"/>
                  </a:moveTo>
                  <a:lnTo>
                    <a:pt x="3327654" y="4274820"/>
                  </a:lnTo>
                </a:path>
                <a:path w="3331845" h="8151495">
                  <a:moveTo>
                    <a:pt x="490347" y="4270629"/>
                  </a:moveTo>
                  <a:lnTo>
                    <a:pt x="787908" y="4270629"/>
                  </a:lnTo>
                </a:path>
                <a:path w="3331845" h="8151495">
                  <a:moveTo>
                    <a:pt x="792099" y="4270629"/>
                  </a:moveTo>
                  <a:lnTo>
                    <a:pt x="1056132" y="4270629"/>
                  </a:lnTo>
                </a:path>
                <a:path w="3331845" h="8151495">
                  <a:moveTo>
                    <a:pt x="1060323" y="4270629"/>
                  </a:moveTo>
                  <a:lnTo>
                    <a:pt x="1324356" y="4270629"/>
                  </a:lnTo>
                </a:path>
                <a:path w="3331845" h="8151495">
                  <a:moveTo>
                    <a:pt x="2468499" y="4270629"/>
                  </a:moveTo>
                  <a:lnTo>
                    <a:pt x="3327654" y="4270629"/>
                  </a:lnTo>
                </a:path>
                <a:path w="3331845" h="8151495">
                  <a:moveTo>
                    <a:pt x="0" y="4270629"/>
                  </a:moveTo>
                  <a:lnTo>
                    <a:pt x="0" y="4354449"/>
                  </a:lnTo>
                </a:path>
                <a:path w="3331845" h="8151495">
                  <a:moveTo>
                    <a:pt x="490347" y="4270629"/>
                  </a:moveTo>
                  <a:lnTo>
                    <a:pt x="490347" y="4354449"/>
                  </a:lnTo>
                </a:path>
                <a:path w="3331845" h="8151495">
                  <a:moveTo>
                    <a:pt x="787908" y="4270629"/>
                  </a:moveTo>
                  <a:lnTo>
                    <a:pt x="787908" y="4354449"/>
                  </a:lnTo>
                </a:path>
                <a:path w="3331845" h="8151495">
                  <a:moveTo>
                    <a:pt x="1056132" y="4270629"/>
                  </a:moveTo>
                  <a:lnTo>
                    <a:pt x="1056132" y="4354449"/>
                  </a:lnTo>
                </a:path>
                <a:path w="3331845" h="8151495">
                  <a:moveTo>
                    <a:pt x="1324356" y="4270629"/>
                  </a:moveTo>
                  <a:lnTo>
                    <a:pt x="1324356" y="4354449"/>
                  </a:lnTo>
                </a:path>
                <a:path w="3331845" h="8151495">
                  <a:moveTo>
                    <a:pt x="1814703" y="4270629"/>
                  </a:moveTo>
                  <a:lnTo>
                    <a:pt x="1814703" y="4354449"/>
                  </a:lnTo>
                </a:path>
                <a:path w="3331845" h="8151495">
                  <a:moveTo>
                    <a:pt x="2464308" y="4270629"/>
                  </a:moveTo>
                  <a:lnTo>
                    <a:pt x="2464308" y="4354449"/>
                  </a:lnTo>
                </a:path>
                <a:path w="3331845" h="8151495">
                  <a:moveTo>
                    <a:pt x="3327654" y="4270629"/>
                  </a:moveTo>
                  <a:lnTo>
                    <a:pt x="3327654" y="4354449"/>
                  </a:lnTo>
                </a:path>
                <a:path w="3331845" h="8151495">
                  <a:moveTo>
                    <a:pt x="0" y="4350258"/>
                  </a:moveTo>
                  <a:lnTo>
                    <a:pt x="494538" y="4350258"/>
                  </a:lnTo>
                </a:path>
                <a:path w="3331845" h="8151495">
                  <a:moveTo>
                    <a:pt x="490347" y="4350258"/>
                  </a:moveTo>
                  <a:lnTo>
                    <a:pt x="787908" y="4350258"/>
                  </a:lnTo>
                </a:path>
                <a:path w="3331845" h="8151495">
                  <a:moveTo>
                    <a:pt x="792099" y="4350258"/>
                  </a:moveTo>
                  <a:lnTo>
                    <a:pt x="1056132" y="4350258"/>
                  </a:lnTo>
                </a:path>
                <a:path w="3331845" h="8151495">
                  <a:moveTo>
                    <a:pt x="1060323" y="4350258"/>
                  </a:moveTo>
                  <a:lnTo>
                    <a:pt x="1324356" y="4350258"/>
                  </a:lnTo>
                </a:path>
                <a:path w="3331845" h="8151495">
                  <a:moveTo>
                    <a:pt x="1324356" y="4350258"/>
                  </a:moveTo>
                  <a:lnTo>
                    <a:pt x="1818894" y="4350258"/>
                  </a:lnTo>
                </a:path>
                <a:path w="3331845" h="8151495">
                  <a:moveTo>
                    <a:pt x="1814703" y="4350258"/>
                  </a:moveTo>
                  <a:lnTo>
                    <a:pt x="2468499" y="4350258"/>
                  </a:lnTo>
                </a:path>
                <a:path w="3331845" h="8151495">
                  <a:moveTo>
                    <a:pt x="2468499" y="4350258"/>
                  </a:moveTo>
                  <a:lnTo>
                    <a:pt x="3327654" y="4350258"/>
                  </a:lnTo>
                </a:path>
                <a:path w="3331845" h="8151495">
                  <a:moveTo>
                    <a:pt x="0" y="4350258"/>
                  </a:moveTo>
                  <a:lnTo>
                    <a:pt x="0" y="4434078"/>
                  </a:lnTo>
                </a:path>
                <a:path w="3331845" h="8151495">
                  <a:moveTo>
                    <a:pt x="490347" y="4350258"/>
                  </a:moveTo>
                  <a:lnTo>
                    <a:pt x="490347" y="4434078"/>
                  </a:lnTo>
                </a:path>
                <a:path w="3331845" h="8151495">
                  <a:moveTo>
                    <a:pt x="787908" y="4350258"/>
                  </a:moveTo>
                  <a:lnTo>
                    <a:pt x="787908" y="4434078"/>
                  </a:lnTo>
                </a:path>
                <a:path w="3331845" h="8151495">
                  <a:moveTo>
                    <a:pt x="1056132" y="4350258"/>
                  </a:moveTo>
                  <a:lnTo>
                    <a:pt x="1056132" y="4434078"/>
                  </a:lnTo>
                </a:path>
                <a:path w="3331845" h="8151495">
                  <a:moveTo>
                    <a:pt x="1324356" y="4350258"/>
                  </a:moveTo>
                  <a:lnTo>
                    <a:pt x="1324356" y="4434078"/>
                  </a:lnTo>
                </a:path>
                <a:path w="3331845" h="8151495">
                  <a:moveTo>
                    <a:pt x="1814703" y="4350258"/>
                  </a:moveTo>
                  <a:lnTo>
                    <a:pt x="1814703" y="4434078"/>
                  </a:lnTo>
                </a:path>
                <a:path w="3331845" h="8151495">
                  <a:moveTo>
                    <a:pt x="2464308" y="4350258"/>
                  </a:moveTo>
                  <a:lnTo>
                    <a:pt x="2464308" y="4434078"/>
                  </a:lnTo>
                </a:path>
                <a:path w="3331845" h="8151495">
                  <a:moveTo>
                    <a:pt x="3327654" y="4350258"/>
                  </a:moveTo>
                  <a:lnTo>
                    <a:pt x="3327654" y="4434078"/>
                  </a:lnTo>
                </a:path>
                <a:path w="3331845" h="8151495">
                  <a:moveTo>
                    <a:pt x="490347" y="4429887"/>
                  </a:moveTo>
                  <a:lnTo>
                    <a:pt x="787908" y="4429887"/>
                  </a:lnTo>
                </a:path>
                <a:path w="3331845" h="8151495">
                  <a:moveTo>
                    <a:pt x="792099" y="4429887"/>
                  </a:moveTo>
                  <a:lnTo>
                    <a:pt x="1056132" y="4429887"/>
                  </a:lnTo>
                </a:path>
                <a:path w="3331845" h="8151495">
                  <a:moveTo>
                    <a:pt x="1060323" y="4429887"/>
                  </a:moveTo>
                  <a:lnTo>
                    <a:pt x="1324356" y="4429887"/>
                  </a:lnTo>
                </a:path>
                <a:path w="3331845" h="8151495">
                  <a:moveTo>
                    <a:pt x="2468499" y="4429887"/>
                  </a:moveTo>
                  <a:lnTo>
                    <a:pt x="3327654" y="4429887"/>
                  </a:lnTo>
                </a:path>
                <a:path w="3331845" h="8151495">
                  <a:moveTo>
                    <a:pt x="0" y="4429887"/>
                  </a:moveTo>
                  <a:lnTo>
                    <a:pt x="0" y="4513707"/>
                  </a:lnTo>
                </a:path>
                <a:path w="3331845" h="8151495">
                  <a:moveTo>
                    <a:pt x="490347" y="4429887"/>
                  </a:moveTo>
                  <a:lnTo>
                    <a:pt x="490347" y="4513707"/>
                  </a:lnTo>
                </a:path>
                <a:path w="3331845" h="8151495">
                  <a:moveTo>
                    <a:pt x="787908" y="4429887"/>
                  </a:moveTo>
                  <a:lnTo>
                    <a:pt x="787908" y="4513707"/>
                  </a:lnTo>
                </a:path>
                <a:path w="3331845" h="8151495">
                  <a:moveTo>
                    <a:pt x="1056132" y="4429887"/>
                  </a:moveTo>
                  <a:lnTo>
                    <a:pt x="1056132" y="4513707"/>
                  </a:lnTo>
                </a:path>
                <a:path w="3331845" h="8151495">
                  <a:moveTo>
                    <a:pt x="1324356" y="4429887"/>
                  </a:moveTo>
                  <a:lnTo>
                    <a:pt x="1324356" y="4513707"/>
                  </a:lnTo>
                </a:path>
                <a:path w="3331845" h="8151495">
                  <a:moveTo>
                    <a:pt x="1814703" y="4429887"/>
                  </a:moveTo>
                  <a:lnTo>
                    <a:pt x="1814703" y="4513707"/>
                  </a:lnTo>
                </a:path>
                <a:path w="3331845" h="8151495">
                  <a:moveTo>
                    <a:pt x="2464308" y="4429887"/>
                  </a:moveTo>
                  <a:lnTo>
                    <a:pt x="2464308" y="4513707"/>
                  </a:lnTo>
                </a:path>
                <a:path w="3331845" h="8151495">
                  <a:moveTo>
                    <a:pt x="3327654" y="4429887"/>
                  </a:moveTo>
                  <a:lnTo>
                    <a:pt x="3327654" y="4513707"/>
                  </a:lnTo>
                </a:path>
                <a:path w="3331845" h="8151495">
                  <a:moveTo>
                    <a:pt x="490347" y="4509516"/>
                  </a:moveTo>
                  <a:lnTo>
                    <a:pt x="787908" y="4509516"/>
                  </a:lnTo>
                </a:path>
                <a:path w="3331845" h="8151495">
                  <a:moveTo>
                    <a:pt x="792099" y="4509516"/>
                  </a:moveTo>
                  <a:lnTo>
                    <a:pt x="1056132" y="4509516"/>
                  </a:lnTo>
                </a:path>
                <a:path w="3331845" h="8151495">
                  <a:moveTo>
                    <a:pt x="1060323" y="4509516"/>
                  </a:moveTo>
                  <a:lnTo>
                    <a:pt x="1324356" y="4509516"/>
                  </a:lnTo>
                </a:path>
                <a:path w="3331845" h="8151495">
                  <a:moveTo>
                    <a:pt x="2468499" y="4509516"/>
                  </a:moveTo>
                  <a:lnTo>
                    <a:pt x="3327654" y="4509516"/>
                  </a:lnTo>
                </a:path>
                <a:path w="3331845" h="8151495">
                  <a:moveTo>
                    <a:pt x="0" y="4509516"/>
                  </a:moveTo>
                  <a:lnTo>
                    <a:pt x="0" y="4593336"/>
                  </a:lnTo>
                </a:path>
                <a:path w="3331845" h="8151495">
                  <a:moveTo>
                    <a:pt x="490347" y="4509516"/>
                  </a:moveTo>
                  <a:lnTo>
                    <a:pt x="490347" y="4593336"/>
                  </a:lnTo>
                </a:path>
                <a:path w="3331845" h="8151495">
                  <a:moveTo>
                    <a:pt x="787908" y="4509516"/>
                  </a:moveTo>
                  <a:lnTo>
                    <a:pt x="787908" y="4593336"/>
                  </a:lnTo>
                </a:path>
                <a:path w="3331845" h="8151495">
                  <a:moveTo>
                    <a:pt x="1056132" y="4509516"/>
                  </a:moveTo>
                  <a:lnTo>
                    <a:pt x="1056132" y="4593336"/>
                  </a:lnTo>
                </a:path>
                <a:path w="3331845" h="8151495">
                  <a:moveTo>
                    <a:pt x="1324356" y="4509516"/>
                  </a:moveTo>
                  <a:lnTo>
                    <a:pt x="1324356" y="4593336"/>
                  </a:lnTo>
                </a:path>
                <a:path w="3331845" h="8151495">
                  <a:moveTo>
                    <a:pt x="1814703" y="4509516"/>
                  </a:moveTo>
                  <a:lnTo>
                    <a:pt x="1814703" y="4593336"/>
                  </a:lnTo>
                </a:path>
                <a:path w="3331845" h="8151495">
                  <a:moveTo>
                    <a:pt x="2464308" y="4509516"/>
                  </a:moveTo>
                  <a:lnTo>
                    <a:pt x="2464308" y="4593336"/>
                  </a:lnTo>
                </a:path>
                <a:path w="3331845" h="8151495">
                  <a:moveTo>
                    <a:pt x="3327654" y="4509516"/>
                  </a:moveTo>
                  <a:lnTo>
                    <a:pt x="3327654" y="4593336"/>
                  </a:lnTo>
                </a:path>
                <a:path w="3331845" h="8151495">
                  <a:moveTo>
                    <a:pt x="490347" y="4589145"/>
                  </a:moveTo>
                  <a:lnTo>
                    <a:pt x="787908" y="4589145"/>
                  </a:lnTo>
                </a:path>
                <a:path w="3331845" h="8151495">
                  <a:moveTo>
                    <a:pt x="792099" y="4589145"/>
                  </a:moveTo>
                  <a:lnTo>
                    <a:pt x="1056132" y="4589145"/>
                  </a:lnTo>
                </a:path>
                <a:path w="3331845" h="8151495">
                  <a:moveTo>
                    <a:pt x="1060323" y="4589145"/>
                  </a:moveTo>
                  <a:lnTo>
                    <a:pt x="1324356" y="4589145"/>
                  </a:lnTo>
                </a:path>
                <a:path w="3331845" h="8151495">
                  <a:moveTo>
                    <a:pt x="2468499" y="4589145"/>
                  </a:moveTo>
                  <a:lnTo>
                    <a:pt x="3327654" y="4589145"/>
                  </a:lnTo>
                </a:path>
                <a:path w="3331845" h="8151495">
                  <a:moveTo>
                    <a:pt x="0" y="4589145"/>
                  </a:moveTo>
                  <a:lnTo>
                    <a:pt x="0" y="4672965"/>
                  </a:lnTo>
                </a:path>
                <a:path w="3331845" h="8151495">
                  <a:moveTo>
                    <a:pt x="490347" y="4589145"/>
                  </a:moveTo>
                  <a:lnTo>
                    <a:pt x="490347" y="4672965"/>
                  </a:lnTo>
                </a:path>
                <a:path w="3331845" h="8151495">
                  <a:moveTo>
                    <a:pt x="787908" y="4589145"/>
                  </a:moveTo>
                  <a:lnTo>
                    <a:pt x="787908" y="4672965"/>
                  </a:lnTo>
                </a:path>
                <a:path w="3331845" h="8151495">
                  <a:moveTo>
                    <a:pt x="1056132" y="4589145"/>
                  </a:moveTo>
                  <a:lnTo>
                    <a:pt x="1056132" y="4672965"/>
                  </a:lnTo>
                </a:path>
                <a:path w="3331845" h="8151495">
                  <a:moveTo>
                    <a:pt x="1324356" y="4589145"/>
                  </a:moveTo>
                  <a:lnTo>
                    <a:pt x="1324356" y="4672965"/>
                  </a:lnTo>
                </a:path>
                <a:path w="3331845" h="8151495">
                  <a:moveTo>
                    <a:pt x="1814703" y="4589145"/>
                  </a:moveTo>
                  <a:lnTo>
                    <a:pt x="1814703" y="4672965"/>
                  </a:lnTo>
                </a:path>
                <a:path w="3331845" h="8151495">
                  <a:moveTo>
                    <a:pt x="2464308" y="4589145"/>
                  </a:moveTo>
                  <a:lnTo>
                    <a:pt x="2464308" y="4672965"/>
                  </a:lnTo>
                </a:path>
                <a:path w="3331845" h="8151495">
                  <a:moveTo>
                    <a:pt x="3327654" y="4589145"/>
                  </a:moveTo>
                  <a:lnTo>
                    <a:pt x="3327654" y="4672965"/>
                  </a:lnTo>
                </a:path>
                <a:path w="3331845" h="8151495">
                  <a:moveTo>
                    <a:pt x="0" y="4668774"/>
                  </a:moveTo>
                  <a:lnTo>
                    <a:pt x="494538" y="4668774"/>
                  </a:lnTo>
                </a:path>
                <a:path w="3331845" h="8151495">
                  <a:moveTo>
                    <a:pt x="490347" y="4668774"/>
                  </a:moveTo>
                  <a:lnTo>
                    <a:pt x="787908" y="4668774"/>
                  </a:lnTo>
                </a:path>
                <a:path w="3331845" h="8151495">
                  <a:moveTo>
                    <a:pt x="792099" y="4668774"/>
                  </a:moveTo>
                  <a:lnTo>
                    <a:pt x="1056132" y="4668774"/>
                  </a:lnTo>
                </a:path>
                <a:path w="3331845" h="8151495">
                  <a:moveTo>
                    <a:pt x="1060323" y="4668774"/>
                  </a:moveTo>
                  <a:lnTo>
                    <a:pt x="1324356" y="4668774"/>
                  </a:lnTo>
                </a:path>
                <a:path w="3331845" h="8151495">
                  <a:moveTo>
                    <a:pt x="1324356" y="4668774"/>
                  </a:moveTo>
                  <a:lnTo>
                    <a:pt x="1818894" y="4668774"/>
                  </a:lnTo>
                </a:path>
                <a:path w="3331845" h="8151495">
                  <a:moveTo>
                    <a:pt x="1814703" y="4668774"/>
                  </a:moveTo>
                  <a:lnTo>
                    <a:pt x="2468499" y="4668774"/>
                  </a:lnTo>
                </a:path>
                <a:path w="3331845" h="8151495">
                  <a:moveTo>
                    <a:pt x="2468499" y="4668774"/>
                  </a:moveTo>
                  <a:lnTo>
                    <a:pt x="3327654" y="4668774"/>
                  </a:lnTo>
                </a:path>
                <a:path w="3331845" h="8151495">
                  <a:moveTo>
                    <a:pt x="0" y="4668774"/>
                  </a:moveTo>
                  <a:lnTo>
                    <a:pt x="0" y="4752594"/>
                  </a:lnTo>
                </a:path>
                <a:path w="3331845" h="8151495">
                  <a:moveTo>
                    <a:pt x="490347" y="4668774"/>
                  </a:moveTo>
                  <a:lnTo>
                    <a:pt x="490347" y="4752594"/>
                  </a:lnTo>
                </a:path>
                <a:path w="3331845" h="8151495">
                  <a:moveTo>
                    <a:pt x="787908" y="4668774"/>
                  </a:moveTo>
                  <a:lnTo>
                    <a:pt x="787908" y="4752594"/>
                  </a:lnTo>
                </a:path>
                <a:path w="3331845" h="8151495">
                  <a:moveTo>
                    <a:pt x="1056132" y="4668774"/>
                  </a:moveTo>
                  <a:lnTo>
                    <a:pt x="1056132" y="4752594"/>
                  </a:lnTo>
                </a:path>
                <a:path w="3331845" h="8151495">
                  <a:moveTo>
                    <a:pt x="1324356" y="4668774"/>
                  </a:moveTo>
                  <a:lnTo>
                    <a:pt x="1324356" y="4752594"/>
                  </a:lnTo>
                </a:path>
                <a:path w="3331845" h="8151495">
                  <a:moveTo>
                    <a:pt x="1814703" y="4668774"/>
                  </a:moveTo>
                  <a:lnTo>
                    <a:pt x="1814703" y="4752594"/>
                  </a:lnTo>
                </a:path>
                <a:path w="3331845" h="8151495">
                  <a:moveTo>
                    <a:pt x="2464308" y="4668774"/>
                  </a:moveTo>
                  <a:lnTo>
                    <a:pt x="2464308" y="4752594"/>
                  </a:lnTo>
                </a:path>
                <a:path w="3331845" h="8151495">
                  <a:moveTo>
                    <a:pt x="3327654" y="4668774"/>
                  </a:moveTo>
                  <a:lnTo>
                    <a:pt x="3327654" y="4752594"/>
                  </a:lnTo>
                </a:path>
                <a:path w="3331845" h="8151495">
                  <a:moveTo>
                    <a:pt x="490347" y="4748403"/>
                  </a:moveTo>
                  <a:lnTo>
                    <a:pt x="787908" y="4748403"/>
                  </a:lnTo>
                </a:path>
                <a:path w="3331845" h="8151495">
                  <a:moveTo>
                    <a:pt x="792099" y="4748403"/>
                  </a:moveTo>
                  <a:lnTo>
                    <a:pt x="1056132" y="4748403"/>
                  </a:lnTo>
                </a:path>
                <a:path w="3331845" h="8151495">
                  <a:moveTo>
                    <a:pt x="1060323" y="4748403"/>
                  </a:moveTo>
                  <a:lnTo>
                    <a:pt x="1324356" y="4748403"/>
                  </a:lnTo>
                </a:path>
                <a:path w="3331845" h="8151495">
                  <a:moveTo>
                    <a:pt x="2468499" y="4748403"/>
                  </a:moveTo>
                  <a:lnTo>
                    <a:pt x="3327654" y="4748403"/>
                  </a:lnTo>
                </a:path>
                <a:path w="3331845" h="8151495">
                  <a:moveTo>
                    <a:pt x="0" y="4748403"/>
                  </a:moveTo>
                  <a:lnTo>
                    <a:pt x="0" y="4832223"/>
                  </a:lnTo>
                </a:path>
                <a:path w="3331845" h="8151495">
                  <a:moveTo>
                    <a:pt x="490347" y="4748403"/>
                  </a:moveTo>
                  <a:lnTo>
                    <a:pt x="490347" y="4832223"/>
                  </a:lnTo>
                </a:path>
                <a:path w="3331845" h="8151495">
                  <a:moveTo>
                    <a:pt x="787908" y="4748403"/>
                  </a:moveTo>
                  <a:lnTo>
                    <a:pt x="787908" y="4832223"/>
                  </a:lnTo>
                </a:path>
                <a:path w="3331845" h="8151495">
                  <a:moveTo>
                    <a:pt x="1056132" y="4748403"/>
                  </a:moveTo>
                  <a:lnTo>
                    <a:pt x="1056132" y="4832223"/>
                  </a:lnTo>
                </a:path>
                <a:path w="3331845" h="8151495">
                  <a:moveTo>
                    <a:pt x="1324356" y="4748403"/>
                  </a:moveTo>
                  <a:lnTo>
                    <a:pt x="1324356" y="4832223"/>
                  </a:lnTo>
                </a:path>
                <a:path w="3331845" h="8151495">
                  <a:moveTo>
                    <a:pt x="1814703" y="4748403"/>
                  </a:moveTo>
                  <a:lnTo>
                    <a:pt x="1814703" y="4832223"/>
                  </a:lnTo>
                </a:path>
                <a:path w="3331845" h="8151495">
                  <a:moveTo>
                    <a:pt x="2464308" y="4748403"/>
                  </a:moveTo>
                  <a:lnTo>
                    <a:pt x="2464308" y="4832223"/>
                  </a:lnTo>
                </a:path>
                <a:path w="3331845" h="8151495">
                  <a:moveTo>
                    <a:pt x="3327654" y="4748403"/>
                  </a:moveTo>
                  <a:lnTo>
                    <a:pt x="3327654" y="4832223"/>
                  </a:lnTo>
                </a:path>
                <a:path w="3331845" h="8151495">
                  <a:moveTo>
                    <a:pt x="490347" y="4828032"/>
                  </a:moveTo>
                  <a:lnTo>
                    <a:pt x="787908" y="4828032"/>
                  </a:lnTo>
                </a:path>
                <a:path w="3331845" h="8151495">
                  <a:moveTo>
                    <a:pt x="792099" y="4828032"/>
                  </a:moveTo>
                  <a:lnTo>
                    <a:pt x="1056132" y="4828032"/>
                  </a:lnTo>
                </a:path>
                <a:path w="3331845" h="8151495">
                  <a:moveTo>
                    <a:pt x="1060323" y="4828032"/>
                  </a:moveTo>
                  <a:lnTo>
                    <a:pt x="1324356" y="4828032"/>
                  </a:lnTo>
                </a:path>
                <a:path w="3331845" h="8151495">
                  <a:moveTo>
                    <a:pt x="2468499" y="4828032"/>
                  </a:moveTo>
                  <a:lnTo>
                    <a:pt x="3327654" y="4828032"/>
                  </a:lnTo>
                </a:path>
                <a:path w="3331845" h="8151495">
                  <a:moveTo>
                    <a:pt x="0" y="4828032"/>
                  </a:moveTo>
                  <a:lnTo>
                    <a:pt x="0" y="4911852"/>
                  </a:lnTo>
                </a:path>
                <a:path w="3331845" h="8151495">
                  <a:moveTo>
                    <a:pt x="490347" y="4828032"/>
                  </a:moveTo>
                  <a:lnTo>
                    <a:pt x="490347" y="4911852"/>
                  </a:lnTo>
                </a:path>
                <a:path w="3331845" h="8151495">
                  <a:moveTo>
                    <a:pt x="787908" y="4828032"/>
                  </a:moveTo>
                  <a:lnTo>
                    <a:pt x="787908" y="4911852"/>
                  </a:lnTo>
                </a:path>
                <a:path w="3331845" h="8151495">
                  <a:moveTo>
                    <a:pt x="1056132" y="4828032"/>
                  </a:moveTo>
                  <a:lnTo>
                    <a:pt x="1056132" y="4911852"/>
                  </a:lnTo>
                </a:path>
                <a:path w="3331845" h="8151495">
                  <a:moveTo>
                    <a:pt x="1324356" y="4828032"/>
                  </a:moveTo>
                  <a:lnTo>
                    <a:pt x="1324356" y="4911852"/>
                  </a:lnTo>
                </a:path>
                <a:path w="3331845" h="8151495">
                  <a:moveTo>
                    <a:pt x="1814703" y="4828032"/>
                  </a:moveTo>
                  <a:lnTo>
                    <a:pt x="1814703" y="4911852"/>
                  </a:lnTo>
                </a:path>
                <a:path w="3331845" h="8151495">
                  <a:moveTo>
                    <a:pt x="2464308" y="4828032"/>
                  </a:moveTo>
                  <a:lnTo>
                    <a:pt x="2464308" y="4911852"/>
                  </a:lnTo>
                </a:path>
                <a:path w="3331845" h="8151495">
                  <a:moveTo>
                    <a:pt x="3327654" y="4828032"/>
                  </a:moveTo>
                  <a:lnTo>
                    <a:pt x="3327654" y="4911852"/>
                  </a:lnTo>
                </a:path>
                <a:path w="3331845" h="8151495">
                  <a:moveTo>
                    <a:pt x="0" y="4907661"/>
                  </a:moveTo>
                  <a:lnTo>
                    <a:pt x="494538" y="4907661"/>
                  </a:lnTo>
                </a:path>
                <a:path w="3331845" h="8151495">
                  <a:moveTo>
                    <a:pt x="490347" y="4907661"/>
                  </a:moveTo>
                  <a:lnTo>
                    <a:pt x="787908" y="4907661"/>
                  </a:lnTo>
                </a:path>
                <a:path w="3331845" h="8151495">
                  <a:moveTo>
                    <a:pt x="792099" y="4907661"/>
                  </a:moveTo>
                  <a:lnTo>
                    <a:pt x="1056132" y="4907661"/>
                  </a:lnTo>
                </a:path>
                <a:path w="3331845" h="8151495">
                  <a:moveTo>
                    <a:pt x="1060323" y="4907661"/>
                  </a:moveTo>
                  <a:lnTo>
                    <a:pt x="1324356" y="4907661"/>
                  </a:lnTo>
                </a:path>
                <a:path w="3331845" h="8151495">
                  <a:moveTo>
                    <a:pt x="1324356" y="4907661"/>
                  </a:moveTo>
                  <a:lnTo>
                    <a:pt x="1818894" y="4907661"/>
                  </a:lnTo>
                </a:path>
                <a:path w="3331845" h="8151495">
                  <a:moveTo>
                    <a:pt x="1814703" y="4907661"/>
                  </a:moveTo>
                  <a:lnTo>
                    <a:pt x="2468499" y="4907661"/>
                  </a:lnTo>
                </a:path>
                <a:path w="3331845" h="8151495">
                  <a:moveTo>
                    <a:pt x="2468499" y="4907661"/>
                  </a:moveTo>
                  <a:lnTo>
                    <a:pt x="3327654" y="4907661"/>
                  </a:lnTo>
                </a:path>
                <a:path w="3331845" h="8151495">
                  <a:moveTo>
                    <a:pt x="0" y="4907661"/>
                  </a:moveTo>
                  <a:lnTo>
                    <a:pt x="0" y="4991481"/>
                  </a:lnTo>
                </a:path>
                <a:path w="3331845" h="8151495">
                  <a:moveTo>
                    <a:pt x="490347" y="4907661"/>
                  </a:moveTo>
                  <a:lnTo>
                    <a:pt x="490347" y="4991481"/>
                  </a:lnTo>
                </a:path>
                <a:path w="3331845" h="8151495">
                  <a:moveTo>
                    <a:pt x="787908" y="4907661"/>
                  </a:moveTo>
                  <a:lnTo>
                    <a:pt x="787908" y="4991481"/>
                  </a:lnTo>
                </a:path>
                <a:path w="3331845" h="8151495">
                  <a:moveTo>
                    <a:pt x="1056132" y="4907661"/>
                  </a:moveTo>
                  <a:lnTo>
                    <a:pt x="1056132" y="4991481"/>
                  </a:lnTo>
                </a:path>
                <a:path w="3331845" h="8151495">
                  <a:moveTo>
                    <a:pt x="1324356" y="4907661"/>
                  </a:moveTo>
                  <a:lnTo>
                    <a:pt x="1324356" y="4991481"/>
                  </a:lnTo>
                </a:path>
                <a:path w="3331845" h="8151495">
                  <a:moveTo>
                    <a:pt x="1814703" y="4907661"/>
                  </a:moveTo>
                  <a:lnTo>
                    <a:pt x="1814703" y="4991481"/>
                  </a:lnTo>
                </a:path>
                <a:path w="3331845" h="8151495">
                  <a:moveTo>
                    <a:pt x="2464308" y="4907661"/>
                  </a:moveTo>
                  <a:lnTo>
                    <a:pt x="2464308" y="4991481"/>
                  </a:lnTo>
                </a:path>
                <a:path w="3331845" h="8151495">
                  <a:moveTo>
                    <a:pt x="3327654" y="4907661"/>
                  </a:moveTo>
                  <a:lnTo>
                    <a:pt x="3327654" y="4991481"/>
                  </a:lnTo>
                </a:path>
                <a:path w="3331845" h="8151495">
                  <a:moveTo>
                    <a:pt x="490347" y="4987290"/>
                  </a:moveTo>
                  <a:lnTo>
                    <a:pt x="787908" y="4987290"/>
                  </a:lnTo>
                </a:path>
                <a:path w="3331845" h="8151495">
                  <a:moveTo>
                    <a:pt x="792099" y="4987290"/>
                  </a:moveTo>
                  <a:lnTo>
                    <a:pt x="1056132" y="4987290"/>
                  </a:lnTo>
                </a:path>
                <a:path w="3331845" h="8151495">
                  <a:moveTo>
                    <a:pt x="1060323" y="4987290"/>
                  </a:moveTo>
                  <a:lnTo>
                    <a:pt x="1324356" y="4987290"/>
                  </a:lnTo>
                </a:path>
                <a:path w="3331845" h="8151495">
                  <a:moveTo>
                    <a:pt x="2468499" y="4987290"/>
                  </a:moveTo>
                  <a:lnTo>
                    <a:pt x="3327654" y="4987290"/>
                  </a:lnTo>
                </a:path>
                <a:path w="3331845" h="8151495">
                  <a:moveTo>
                    <a:pt x="0" y="4987290"/>
                  </a:moveTo>
                  <a:lnTo>
                    <a:pt x="0" y="5071110"/>
                  </a:lnTo>
                </a:path>
                <a:path w="3331845" h="8151495">
                  <a:moveTo>
                    <a:pt x="490347" y="4987290"/>
                  </a:moveTo>
                  <a:lnTo>
                    <a:pt x="490347" y="5071110"/>
                  </a:lnTo>
                </a:path>
                <a:path w="3331845" h="8151495">
                  <a:moveTo>
                    <a:pt x="787908" y="4987290"/>
                  </a:moveTo>
                  <a:lnTo>
                    <a:pt x="787908" y="5071110"/>
                  </a:lnTo>
                </a:path>
                <a:path w="3331845" h="8151495">
                  <a:moveTo>
                    <a:pt x="1056132" y="4987290"/>
                  </a:moveTo>
                  <a:lnTo>
                    <a:pt x="1056132" y="5071110"/>
                  </a:lnTo>
                </a:path>
                <a:path w="3331845" h="8151495">
                  <a:moveTo>
                    <a:pt x="1324356" y="4987290"/>
                  </a:moveTo>
                  <a:lnTo>
                    <a:pt x="1324356" y="5071110"/>
                  </a:lnTo>
                </a:path>
                <a:path w="3331845" h="8151495">
                  <a:moveTo>
                    <a:pt x="1814703" y="4987290"/>
                  </a:moveTo>
                  <a:lnTo>
                    <a:pt x="1814703" y="5071110"/>
                  </a:lnTo>
                </a:path>
                <a:path w="3331845" h="8151495">
                  <a:moveTo>
                    <a:pt x="2464308" y="4987290"/>
                  </a:moveTo>
                  <a:lnTo>
                    <a:pt x="2464308" y="5071110"/>
                  </a:lnTo>
                </a:path>
                <a:path w="3331845" h="8151495">
                  <a:moveTo>
                    <a:pt x="3327654" y="4987290"/>
                  </a:moveTo>
                  <a:lnTo>
                    <a:pt x="3327654" y="5071110"/>
                  </a:lnTo>
                </a:path>
                <a:path w="3331845" h="8151495">
                  <a:moveTo>
                    <a:pt x="490347" y="5066919"/>
                  </a:moveTo>
                  <a:lnTo>
                    <a:pt x="787908" y="5066919"/>
                  </a:lnTo>
                </a:path>
                <a:path w="3331845" h="8151495">
                  <a:moveTo>
                    <a:pt x="792099" y="5066919"/>
                  </a:moveTo>
                  <a:lnTo>
                    <a:pt x="1056132" y="5066919"/>
                  </a:lnTo>
                </a:path>
                <a:path w="3331845" h="8151495">
                  <a:moveTo>
                    <a:pt x="1060323" y="5066919"/>
                  </a:moveTo>
                  <a:lnTo>
                    <a:pt x="1324356" y="5066919"/>
                  </a:lnTo>
                </a:path>
                <a:path w="3331845" h="8151495">
                  <a:moveTo>
                    <a:pt x="2468499" y="5066919"/>
                  </a:moveTo>
                  <a:lnTo>
                    <a:pt x="3327654" y="5066919"/>
                  </a:lnTo>
                </a:path>
                <a:path w="3331845" h="8151495">
                  <a:moveTo>
                    <a:pt x="0" y="5066919"/>
                  </a:moveTo>
                  <a:lnTo>
                    <a:pt x="0" y="5150739"/>
                  </a:lnTo>
                </a:path>
                <a:path w="3331845" h="8151495">
                  <a:moveTo>
                    <a:pt x="490347" y="5066919"/>
                  </a:moveTo>
                  <a:lnTo>
                    <a:pt x="490347" y="5150739"/>
                  </a:lnTo>
                </a:path>
                <a:path w="3331845" h="8151495">
                  <a:moveTo>
                    <a:pt x="787908" y="5066919"/>
                  </a:moveTo>
                  <a:lnTo>
                    <a:pt x="787908" y="5150739"/>
                  </a:lnTo>
                </a:path>
                <a:path w="3331845" h="8151495">
                  <a:moveTo>
                    <a:pt x="1056132" y="5066919"/>
                  </a:moveTo>
                  <a:lnTo>
                    <a:pt x="1056132" y="5150739"/>
                  </a:lnTo>
                </a:path>
                <a:path w="3331845" h="8151495">
                  <a:moveTo>
                    <a:pt x="1324356" y="5066919"/>
                  </a:moveTo>
                  <a:lnTo>
                    <a:pt x="1324356" y="5150739"/>
                  </a:lnTo>
                </a:path>
                <a:path w="3331845" h="8151495">
                  <a:moveTo>
                    <a:pt x="1814703" y="5066919"/>
                  </a:moveTo>
                  <a:lnTo>
                    <a:pt x="1814703" y="5150739"/>
                  </a:lnTo>
                </a:path>
                <a:path w="3331845" h="8151495">
                  <a:moveTo>
                    <a:pt x="2464308" y="5066919"/>
                  </a:moveTo>
                  <a:lnTo>
                    <a:pt x="2464308" y="5150739"/>
                  </a:lnTo>
                </a:path>
                <a:path w="3331845" h="8151495">
                  <a:moveTo>
                    <a:pt x="3327654" y="5066919"/>
                  </a:moveTo>
                  <a:lnTo>
                    <a:pt x="3327654" y="5150739"/>
                  </a:lnTo>
                </a:path>
                <a:path w="3331845" h="8151495">
                  <a:moveTo>
                    <a:pt x="0" y="5146548"/>
                  </a:moveTo>
                  <a:lnTo>
                    <a:pt x="494538" y="5146548"/>
                  </a:lnTo>
                </a:path>
                <a:path w="3331845" h="8151495">
                  <a:moveTo>
                    <a:pt x="490347" y="5146548"/>
                  </a:moveTo>
                  <a:lnTo>
                    <a:pt x="787908" y="5146548"/>
                  </a:lnTo>
                </a:path>
                <a:path w="3331845" h="8151495">
                  <a:moveTo>
                    <a:pt x="792099" y="5146548"/>
                  </a:moveTo>
                  <a:lnTo>
                    <a:pt x="1056132" y="5146548"/>
                  </a:lnTo>
                </a:path>
                <a:path w="3331845" h="8151495">
                  <a:moveTo>
                    <a:pt x="1060323" y="5146548"/>
                  </a:moveTo>
                  <a:lnTo>
                    <a:pt x="1324356" y="5146548"/>
                  </a:lnTo>
                </a:path>
                <a:path w="3331845" h="8151495">
                  <a:moveTo>
                    <a:pt x="1324356" y="5146548"/>
                  </a:moveTo>
                  <a:lnTo>
                    <a:pt x="1818894" y="5146548"/>
                  </a:lnTo>
                </a:path>
                <a:path w="3331845" h="8151495">
                  <a:moveTo>
                    <a:pt x="1814703" y="5146548"/>
                  </a:moveTo>
                  <a:lnTo>
                    <a:pt x="2468499" y="5146548"/>
                  </a:lnTo>
                </a:path>
                <a:path w="3331845" h="8151495">
                  <a:moveTo>
                    <a:pt x="2468499" y="5146548"/>
                  </a:moveTo>
                  <a:lnTo>
                    <a:pt x="3327654" y="5146548"/>
                  </a:lnTo>
                </a:path>
                <a:path w="3331845" h="8151495">
                  <a:moveTo>
                    <a:pt x="0" y="5146548"/>
                  </a:moveTo>
                  <a:lnTo>
                    <a:pt x="0" y="5230368"/>
                  </a:lnTo>
                </a:path>
                <a:path w="3331845" h="8151495">
                  <a:moveTo>
                    <a:pt x="490347" y="5146548"/>
                  </a:moveTo>
                  <a:lnTo>
                    <a:pt x="490347" y="5230368"/>
                  </a:lnTo>
                </a:path>
                <a:path w="3331845" h="8151495">
                  <a:moveTo>
                    <a:pt x="787908" y="5146548"/>
                  </a:moveTo>
                  <a:lnTo>
                    <a:pt x="787908" y="5230368"/>
                  </a:lnTo>
                </a:path>
                <a:path w="3331845" h="8151495">
                  <a:moveTo>
                    <a:pt x="1056132" y="5146548"/>
                  </a:moveTo>
                  <a:lnTo>
                    <a:pt x="1056132" y="5230368"/>
                  </a:lnTo>
                </a:path>
                <a:path w="3331845" h="8151495">
                  <a:moveTo>
                    <a:pt x="1324356" y="5146548"/>
                  </a:moveTo>
                  <a:lnTo>
                    <a:pt x="1324356" y="5230368"/>
                  </a:lnTo>
                </a:path>
                <a:path w="3331845" h="8151495">
                  <a:moveTo>
                    <a:pt x="1814703" y="5146548"/>
                  </a:moveTo>
                  <a:lnTo>
                    <a:pt x="1814703" y="5230368"/>
                  </a:lnTo>
                </a:path>
                <a:path w="3331845" h="8151495">
                  <a:moveTo>
                    <a:pt x="2464308" y="5146548"/>
                  </a:moveTo>
                  <a:lnTo>
                    <a:pt x="2464308" y="5230368"/>
                  </a:lnTo>
                </a:path>
                <a:path w="3331845" h="8151495">
                  <a:moveTo>
                    <a:pt x="3327654" y="5146548"/>
                  </a:moveTo>
                  <a:lnTo>
                    <a:pt x="3327654" y="5230368"/>
                  </a:lnTo>
                </a:path>
                <a:path w="3331845" h="8151495">
                  <a:moveTo>
                    <a:pt x="490347" y="5226177"/>
                  </a:moveTo>
                  <a:lnTo>
                    <a:pt x="787908" y="5226177"/>
                  </a:lnTo>
                </a:path>
                <a:path w="3331845" h="8151495">
                  <a:moveTo>
                    <a:pt x="792099" y="5226177"/>
                  </a:moveTo>
                  <a:lnTo>
                    <a:pt x="1056132" y="5226177"/>
                  </a:lnTo>
                </a:path>
                <a:path w="3331845" h="8151495">
                  <a:moveTo>
                    <a:pt x="1060323" y="5226177"/>
                  </a:moveTo>
                  <a:lnTo>
                    <a:pt x="1324356" y="5226177"/>
                  </a:lnTo>
                </a:path>
                <a:path w="3331845" h="8151495">
                  <a:moveTo>
                    <a:pt x="2468499" y="5226177"/>
                  </a:moveTo>
                  <a:lnTo>
                    <a:pt x="3327654" y="5226177"/>
                  </a:lnTo>
                </a:path>
                <a:path w="3331845" h="8151495">
                  <a:moveTo>
                    <a:pt x="0" y="5226177"/>
                  </a:moveTo>
                  <a:lnTo>
                    <a:pt x="0" y="5309997"/>
                  </a:lnTo>
                </a:path>
                <a:path w="3331845" h="8151495">
                  <a:moveTo>
                    <a:pt x="490347" y="5226177"/>
                  </a:moveTo>
                  <a:lnTo>
                    <a:pt x="490347" y="5309997"/>
                  </a:lnTo>
                </a:path>
                <a:path w="3331845" h="8151495">
                  <a:moveTo>
                    <a:pt x="787908" y="5226177"/>
                  </a:moveTo>
                  <a:lnTo>
                    <a:pt x="787908" y="5309997"/>
                  </a:lnTo>
                </a:path>
                <a:path w="3331845" h="8151495">
                  <a:moveTo>
                    <a:pt x="1056132" y="5226177"/>
                  </a:moveTo>
                  <a:lnTo>
                    <a:pt x="1056132" y="5309997"/>
                  </a:lnTo>
                </a:path>
                <a:path w="3331845" h="8151495">
                  <a:moveTo>
                    <a:pt x="1324356" y="5226177"/>
                  </a:moveTo>
                  <a:lnTo>
                    <a:pt x="1324356" y="5309997"/>
                  </a:lnTo>
                </a:path>
                <a:path w="3331845" h="8151495">
                  <a:moveTo>
                    <a:pt x="1814703" y="5226177"/>
                  </a:moveTo>
                  <a:lnTo>
                    <a:pt x="1814703" y="5309997"/>
                  </a:lnTo>
                </a:path>
                <a:path w="3331845" h="8151495">
                  <a:moveTo>
                    <a:pt x="2464308" y="5226177"/>
                  </a:moveTo>
                  <a:lnTo>
                    <a:pt x="2464308" y="5309997"/>
                  </a:lnTo>
                </a:path>
                <a:path w="3331845" h="8151495">
                  <a:moveTo>
                    <a:pt x="3327654" y="5226177"/>
                  </a:moveTo>
                  <a:lnTo>
                    <a:pt x="3327654" y="5309997"/>
                  </a:lnTo>
                </a:path>
                <a:path w="3331845" h="8151495">
                  <a:moveTo>
                    <a:pt x="490347" y="5305806"/>
                  </a:moveTo>
                  <a:lnTo>
                    <a:pt x="787908" y="5305806"/>
                  </a:lnTo>
                </a:path>
                <a:path w="3331845" h="8151495">
                  <a:moveTo>
                    <a:pt x="792099" y="5305806"/>
                  </a:moveTo>
                  <a:lnTo>
                    <a:pt x="1056132" y="5305806"/>
                  </a:lnTo>
                </a:path>
                <a:path w="3331845" h="8151495">
                  <a:moveTo>
                    <a:pt x="1060323" y="5305806"/>
                  </a:moveTo>
                  <a:lnTo>
                    <a:pt x="1324356" y="5305806"/>
                  </a:lnTo>
                </a:path>
                <a:path w="3331845" h="8151495">
                  <a:moveTo>
                    <a:pt x="2468499" y="5305806"/>
                  </a:moveTo>
                  <a:lnTo>
                    <a:pt x="3327654" y="5305806"/>
                  </a:lnTo>
                </a:path>
                <a:path w="3331845" h="8151495">
                  <a:moveTo>
                    <a:pt x="0" y="5305806"/>
                  </a:moveTo>
                  <a:lnTo>
                    <a:pt x="0" y="5389626"/>
                  </a:lnTo>
                </a:path>
                <a:path w="3331845" h="8151495">
                  <a:moveTo>
                    <a:pt x="490347" y="5305806"/>
                  </a:moveTo>
                  <a:lnTo>
                    <a:pt x="490347" y="5389626"/>
                  </a:lnTo>
                </a:path>
                <a:path w="3331845" h="8151495">
                  <a:moveTo>
                    <a:pt x="787908" y="5305806"/>
                  </a:moveTo>
                  <a:lnTo>
                    <a:pt x="787908" y="5389626"/>
                  </a:lnTo>
                </a:path>
                <a:path w="3331845" h="8151495">
                  <a:moveTo>
                    <a:pt x="1056132" y="5305806"/>
                  </a:moveTo>
                  <a:lnTo>
                    <a:pt x="1056132" y="5389626"/>
                  </a:lnTo>
                </a:path>
                <a:path w="3331845" h="8151495">
                  <a:moveTo>
                    <a:pt x="1324356" y="5305806"/>
                  </a:moveTo>
                  <a:lnTo>
                    <a:pt x="1324356" y="5389626"/>
                  </a:lnTo>
                </a:path>
                <a:path w="3331845" h="8151495">
                  <a:moveTo>
                    <a:pt x="1814703" y="5305806"/>
                  </a:moveTo>
                  <a:lnTo>
                    <a:pt x="1814703" y="5389626"/>
                  </a:lnTo>
                </a:path>
                <a:path w="3331845" h="8151495">
                  <a:moveTo>
                    <a:pt x="2464308" y="5305806"/>
                  </a:moveTo>
                  <a:lnTo>
                    <a:pt x="2464308" y="5389626"/>
                  </a:lnTo>
                </a:path>
                <a:path w="3331845" h="8151495">
                  <a:moveTo>
                    <a:pt x="3327654" y="5305806"/>
                  </a:moveTo>
                  <a:lnTo>
                    <a:pt x="3327654" y="5389626"/>
                  </a:lnTo>
                </a:path>
                <a:path w="3331845" h="8151495">
                  <a:moveTo>
                    <a:pt x="0" y="5385435"/>
                  </a:moveTo>
                  <a:lnTo>
                    <a:pt x="494538" y="5385435"/>
                  </a:lnTo>
                </a:path>
                <a:path w="3331845" h="8151495">
                  <a:moveTo>
                    <a:pt x="490347" y="5385435"/>
                  </a:moveTo>
                  <a:lnTo>
                    <a:pt x="787908" y="5385435"/>
                  </a:lnTo>
                </a:path>
                <a:path w="3331845" h="8151495">
                  <a:moveTo>
                    <a:pt x="792099" y="5385435"/>
                  </a:moveTo>
                  <a:lnTo>
                    <a:pt x="1056132" y="5385435"/>
                  </a:lnTo>
                </a:path>
                <a:path w="3331845" h="8151495">
                  <a:moveTo>
                    <a:pt x="1060323" y="5385435"/>
                  </a:moveTo>
                  <a:lnTo>
                    <a:pt x="1324356" y="5385435"/>
                  </a:lnTo>
                </a:path>
                <a:path w="3331845" h="8151495">
                  <a:moveTo>
                    <a:pt x="1324356" y="5385435"/>
                  </a:moveTo>
                  <a:lnTo>
                    <a:pt x="1818894" y="5385435"/>
                  </a:lnTo>
                </a:path>
                <a:path w="3331845" h="8151495">
                  <a:moveTo>
                    <a:pt x="1814703" y="5385435"/>
                  </a:moveTo>
                  <a:lnTo>
                    <a:pt x="2468499" y="5385435"/>
                  </a:lnTo>
                </a:path>
                <a:path w="3331845" h="8151495">
                  <a:moveTo>
                    <a:pt x="2468499" y="5385435"/>
                  </a:moveTo>
                  <a:lnTo>
                    <a:pt x="3327654" y="5385435"/>
                  </a:lnTo>
                </a:path>
                <a:path w="3331845" h="8151495">
                  <a:moveTo>
                    <a:pt x="0" y="5385435"/>
                  </a:moveTo>
                  <a:lnTo>
                    <a:pt x="0" y="5469255"/>
                  </a:lnTo>
                </a:path>
                <a:path w="3331845" h="8151495">
                  <a:moveTo>
                    <a:pt x="490347" y="5385435"/>
                  </a:moveTo>
                  <a:lnTo>
                    <a:pt x="490347" y="5469255"/>
                  </a:lnTo>
                </a:path>
                <a:path w="3331845" h="8151495">
                  <a:moveTo>
                    <a:pt x="787908" y="5385435"/>
                  </a:moveTo>
                  <a:lnTo>
                    <a:pt x="787908" y="5469255"/>
                  </a:lnTo>
                </a:path>
                <a:path w="3331845" h="8151495">
                  <a:moveTo>
                    <a:pt x="1056132" y="5385435"/>
                  </a:moveTo>
                  <a:lnTo>
                    <a:pt x="1056132" y="5469255"/>
                  </a:lnTo>
                </a:path>
                <a:path w="3331845" h="8151495">
                  <a:moveTo>
                    <a:pt x="1324356" y="5385435"/>
                  </a:moveTo>
                  <a:lnTo>
                    <a:pt x="1324356" y="5469255"/>
                  </a:lnTo>
                </a:path>
                <a:path w="3331845" h="8151495">
                  <a:moveTo>
                    <a:pt x="1814703" y="5385435"/>
                  </a:moveTo>
                  <a:lnTo>
                    <a:pt x="1814703" y="5469255"/>
                  </a:lnTo>
                </a:path>
                <a:path w="3331845" h="8151495">
                  <a:moveTo>
                    <a:pt x="2464308" y="5385435"/>
                  </a:moveTo>
                  <a:lnTo>
                    <a:pt x="2464308" y="5469255"/>
                  </a:lnTo>
                </a:path>
                <a:path w="3331845" h="8151495">
                  <a:moveTo>
                    <a:pt x="3327654" y="5385435"/>
                  </a:moveTo>
                  <a:lnTo>
                    <a:pt x="3327654" y="5469255"/>
                  </a:lnTo>
                </a:path>
                <a:path w="3331845" h="8151495">
                  <a:moveTo>
                    <a:pt x="490347" y="5465064"/>
                  </a:moveTo>
                  <a:lnTo>
                    <a:pt x="787908" y="5465064"/>
                  </a:lnTo>
                </a:path>
                <a:path w="3331845" h="8151495">
                  <a:moveTo>
                    <a:pt x="792099" y="5465064"/>
                  </a:moveTo>
                  <a:lnTo>
                    <a:pt x="1056132" y="5465064"/>
                  </a:lnTo>
                </a:path>
                <a:path w="3331845" h="8151495">
                  <a:moveTo>
                    <a:pt x="1060323" y="5465064"/>
                  </a:moveTo>
                  <a:lnTo>
                    <a:pt x="1324356" y="5465064"/>
                  </a:lnTo>
                </a:path>
                <a:path w="3331845" h="8151495">
                  <a:moveTo>
                    <a:pt x="2468499" y="5465064"/>
                  </a:moveTo>
                  <a:lnTo>
                    <a:pt x="3327654" y="5465064"/>
                  </a:lnTo>
                </a:path>
                <a:path w="3331845" h="8151495">
                  <a:moveTo>
                    <a:pt x="0" y="5465064"/>
                  </a:moveTo>
                  <a:lnTo>
                    <a:pt x="0" y="5548884"/>
                  </a:lnTo>
                </a:path>
                <a:path w="3331845" h="8151495">
                  <a:moveTo>
                    <a:pt x="490347" y="5465064"/>
                  </a:moveTo>
                  <a:lnTo>
                    <a:pt x="490347" y="5548884"/>
                  </a:lnTo>
                </a:path>
                <a:path w="3331845" h="8151495">
                  <a:moveTo>
                    <a:pt x="787908" y="5465064"/>
                  </a:moveTo>
                  <a:lnTo>
                    <a:pt x="787908" y="5548884"/>
                  </a:lnTo>
                </a:path>
                <a:path w="3331845" h="8151495">
                  <a:moveTo>
                    <a:pt x="1056132" y="5465064"/>
                  </a:moveTo>
                  <a:lnTo>
                    <a:pt x="1056132" y="5548884"/>
                  </a:lnTo>
                </a:path>
                <a:path w="3331845" h="8151495">
                  <a:moveTo>
                    <a:pt x="1324356" y="5465064"/>
                  </a:moveTo>
                  <a:lnTo>
                    <a:pt x="1324356" y="5548884"/>
                  </a:lnTo>
                </a:path>
                <a:path w="3331845" h="8151495">
                  <a:moveTo>
                    <a:pt x="1814703" y="5465064"/>
                  </a:moveTo>
                  <a:lnTo>
                    <a:pt x="1814703" y="5548884"/>
                  </a:lnTo>
                </a:path>
                <a:path w="3331845" h="8151495">
                  <a:moveTo>
                    <a:pt x="2464308" y="5465064"/>
                  </a:moveTo>
                  <a:lnTo>
                    <a:pt x="2464308" y="5548884"/>
                  </a:lnTo>
                </a:path>
                <a:path w="3331845" h="8151495">
                  <a:moveTo>
                    <a:pt x="3327654" y="5465064"/>
                  </a:moveTo>
                  <a:lnTo>
                    <a:pt x="3327654" y="5548884"/>
                  </a:lnTo>
                </a:path>
                <a:path w="3331845" h="8151495">
                  <a:moveTo>
                    <a:pt x="490347" y="5544693"/>
                  </a:moveTo>
                  <a:lnTo>
                    <a:pt x="787908" y="5544693"/>
                  </a:lnTo>
                </a:path>
                <a:path w="3331845" h="8151495">
                  <a:moveTo>
                    <a:pt x="792099" y="5544693"/>
                  </a:moveTo>
                  <a:lnTo>
                    <a:pt x="1056132" y="5544693"/>
                  </a:lnTo>
                </a:path>
                <a:path w="3331845" h="8151495">
                  <a:moveTo>
                    <a:pt x="1060323" y="5544693"/>
                  </a:moveTo>
                  <a:lnTo>
                    <a:pt x="1324356" y="5544693"/>
                  </a:lnTo>
                </a:path>
                <a:path w="3331845" h="8151495">
                  <a:moveTo>
                    <a:pt x="2468499" y="5544693"/>
                  </a:moveTo>
                  <a:lnTo>
                    <a:pt x="3327654" y="5544693"/>
                  </a:lnTo>
                </a:path>
                <a:path w="3331845" h="8151495">
                  <a:moveTo>
                    <a:pt x="0" y="5544693"/>
                  </a:moveTo>
                  <a:lnTo>
                    <a:pt x="0" y="5628513"/>
                  </a:lnTo>
                </a:path>
                <a:path w="3331845" h="8151495">
                  <a:moveTo>
                    <a:pt x="490347" y="5544693"/>
                  </a:moveTo>
                  <a:lnTo>
                    <a:pt x="490347" y="5628513"/>
                  </a:lnTo>
                </a:path>
                <a:path w="3331845" h="8151495">
                  <a:moveTo>
                    <a:pt x="787908" y="5544693"/>
                  </a:moveTo>
                  <a:lnTo>
                    <a:pt x="787908" y="5628513"/>
                  </a:lnTo>
                </a:path>
                <a:path w="3331845" h="8151495">
                  <a:moveTo>
                    <a:pt x="1056132" y="5544693"/>
                  </a:moveTo>
                  <a:lnTo>
                    <a:pt x="1056132" y="5628513"/>
                  </a:lnTo>
                </a:path>
                <a:path w="3331845" h="8151495">
                  <a:moveTo>
                    <a:pt x="1324356" y="5544693"/>
                  </a:moveTo>
                  <a:lnTo>
                    <a:pt x="1324356" y="5628513"/>
                  </a:lnTo>
                </a:path>
                <a:path w="3331845" h="8151495">
                  <a:moveTo>
                    <a:pt x="1814703" y="5544693"/>
                  </a:moveTo>
                  <a:lnTo>
                    <a:pt x="1814703" y="5628513"/>
                  </a:lnTo>
                </a:path>
                <a:path w="3331845" h="8151495">
                  <a:moveTo>
                    <a:pt x="2464308" y="5544693"/>
                  </a:moveTo>
                  <a:lnTo>
                    <a:pt x="2464308" y="5628513"/>
                  </a:lnTo>
                </a:path>
                <a:path w="3331845" h="8151495">
                  <a:moveTo>
                    <a:pt x="3327654" y="5544693"/>
                  </a:moveTo>
                  <a:lnTo>
                    <a:pt x="3327654" y="5628513"/>
                  </a:lnTo>
                </a:path>
                <a:path w="3331845" h="8151495">
                  <a:moveTo>
                    <a:pt x="0" y="5624322"/>
                  </a:moveTo>
                  <a:lnTo>
                    <a:pt x="494538" y="5624322"/>
                  </a:lnTo>
                </a:path>
                <a:path w="3331845" h="8151495">
                  <a:moveTo>
                    <a:pt x="490347" y="5624322"/>
                  </a:moveTo>
                  <a:lnTo>
                    <a:pt x="787908" y="5624322"/>
                  </a:lnTo>
                </a:path>
                <a:path w="3331845" h="8151495">
                  <a:moveTo>
                    <a:pt x="792099" y="5624322"/>
                  </a:moveTo>
                  <a:lnTo>
                    <a:pt x="1056132" y="5624322"/>
                  </a:lnTo>
                </a:path>
                <a:path w="3331845" h="8151495">
                  <a:moveTo>
                    <a:pt x="1060323" y="5624322"/>
                  </a:moveTo>
                  <a:lnTo>
                    <a:pt x="1324356" y="5624322"/>
                  </a:lnTo>
                </a:path>
                <a:path w="3331845" h="8151495">
                  <a:moveTo>
                    <a:pt x="1324356" y="5624322"/>
                  </a:moveTo>
                  <a:lnTo>
                    <a:pt x="1818894" y="5624322"/>
                  </a:lnTo>
                </a:path>
                <a:path w="3331845" h="8151495">
                  <a:moveTo>
                    <a:pt x="1814703" y="5624322"/>
                  </a:moveTo>
                  <a:lnTo>
                    <a:pt x="2468499" y="5624322"/>
                  </a:lnTo>
                </a:path>
                <a:path w="3331845" h="8151495">
                  <a:moveTo>
                    <a:pt x="2468499" y="5624322"/>
                  </a:moveTo>
                  <a:lnTo>
                    <a:pt x="3327654" y="5624322"/>
                  </a:lnTo>
                </a:path>
                <a:path w="3331845" h="8151495">
                  <a:moveTo>
                    <a:pt x="0" y="5624322"/>
                  </a:moveTo>
                  <a:lnTo>
                    <a:pt x="0" y="5708142"/>
                  </a:lnTo>
                </a:path>
                <a:path w="3331845" h="8151495">
                  <a:moveTo>
                    <a:pt x="490347" y="5624322"/>
                  </a:moveTo>
                  <a:lnTo>
                    <a:pt x="490347" y="5708142"/>
                  </a:lnTo>
                </a:path>
                <a:path w="3331845" h="8151495">
                  <a:moveTo>
                    <a:pt x="787908" y="5624322"/>
                  </a:moveTo>
                  <a:lnTo>
                    <a:pt x="787908" y="5708142"/>
                  </a:lnTo>
                </a:path>
                <a:path w="3331845" h="8151495">
                  <a:moveTo>
                    <a:pt x="1056132" y="5624322"/>
                  </a:moveTo>
                  <a:lnTo>
                    <a:pt x="1056132" y="5708142"/>
                  </a:lnTo>
                </a:path>
                <a:path w="3331845" h="8151495">
                  <a:moveTo>
                    <a:pt x="1324356" y="5624322"/>
                  </a:moveTo>
                  <a:lnTo>
                    <a:pt x="1324356" y="5708142"/>
                  </a:lnTo>
                </a:path>
                <a:path w="3331845" h="8151495">
                  <a:moveTo>
                    <a:pt x="1814703" y="5624322"/>
                  </a:moveTo>
                  <a:lnTo>
                    <a:pt x="1814703" y="5708142"/>
                  </a:lnTo>
                </a:path>
                <a:path w="3331845" h="8151495">
                  <a:moveTo>
                    <a:pt x="2464308" y="5624322"/>
                  </a:moveTo>
                  <a:lnTo>
                    <a:pt x="2464308" y="5708142"/>
                  </a:lnTo>
                </a:path>
                <a:path w="3331845" h="8151495">
                  <a:moveTo>
                    <a:pt x="3327654" y="5624322"/>
                  </a:moveTo>
                  <a:lnTo>
                    <a:pt x="3327654" y="5708142"/>
                  </a:lnTo>
                </a:path>
                <a:path w="3331845" h="8151495">
                  <a:moveTo>
                    <a:pt x="490347" y="5703951"/>
                  </a:moveTo>
                  <a:lnTo>
                    <a:pt x="787908" y="5703951"/>
                  </a:lnTo>
                </a:path>
                <a:path w="3331845" h="8151495">
                  <a:moveTo>
                    <a:pt x="792099" y="5703951"/>
                  </a:moveTo>
                  <a:lnTo>
                    <a:pt x="1056132" y="5703951"/>
                  </a:lnTo>
                </a:path>
                <a:path w="3331845" h="8151495">
                  <a:moveTo>
                    <a:pt x="1060323" y="5703951"/>
                  </a:moveTo>
                  <a:lnTo>
                    <a:pt x="1324356" y="5703951"/>
                  </a:lnTo>
                </a:path>
                <a:path w="3331845" h="8151495">
                  <a:moveTo>
                    <a:pt x="2468499" y="5703951"/>
                  </a:moveTo>
                  <a:lnTo>
                    <a:pt x="3327654" y="5703951"/>
                  </a:lnTo>
                </a:path>
                <a:path w="3331845" h="8151495">
                  <a:moveTo>
                    <a:pt x="0" y="5703951"/>
                  </a:moveTo>
                  <a:lnTo>
                    <a:pt x="0" y="5787771"/>
                  </a:lnTo>
                </a:path>
                <a:path w="3331845" h="8151495">
                  <a:moveTo>
                    <a:pt x="490347" y="5703951"/>
                  </a:moveTo>
                  <a:lnTo>
                    <a:pt x="490347" y="5787771"/>
                  </a:lnTo>
                </a:path>
                <a:path w="3331845" h="8151495">
                  <a:moveTo>
                    <a:pt x="787908" y="5703951"/>
                  </a:moveTo>
                  <a:lnTo>
                    <a:pt x="787908" y="5787771"/>
                  </a:lnTo>
                </a:path>
                <a:path w="3331845" h="8151495">
                  <a:moveTo>
                    <a:pt x="1056132" y="5703951"/>
                  </a:moveTo>
                  <a:lnTo>
                    <a:pt x="1056132" y="5787771"/>
                  </a:lnTo>
                </a:path>
                <a:path w="3331845" h="8151495">
                  <a:moveTo>
                    <a:pt x="1324356" y="5703951"/>
                  </a:moveTo>
                  <a:lnTo>
                    <a:pt x="1324356" y="5787771"/>
                  </a:lnTo>
                </a:path>
                <a:path w="3331845" h="8151495">
                  <a:moveTo>
                    <a:pt x="1814703" y="5703951"/>
                  </a:moveTo>
                  <a:lnTo>
                    <a:pt x="1814703" y="5787771"/>
                  </a:lnTo>
                </a:path>
                <a:path w="3331845" h="8151495">
                  <a:moveTo>
                    <a:pt x="2464308" y="5703951"/>
                  </a:moveTo>
                  <a:lnTo>
                    <a:pt x="2464308" y="5787771"/>
                  </a:lnTo>
                </a:path>
                <a:path w="3331845" h="8151495">
                  <a:moveTo>
                    <a:pt x="3327654" y="5703951"/>
                  </a:moveTo>
                  <a:lnTo>
                    <a:pt x="3327654" y="5787771"/>
                  </a:lnTo>
                </a:path>
                <a:path w="3331845" h="8151495">
                  <a:moveTo>
                    <a:pt x="490347" y="5783580"/>
                  </a:moveTo>
                  <a:lnTo>
                    <a:pt x="787908" y="5783580"/>
                  </a:lnTo>
                </a:path>
                <a:path w="3331845" h="8151495">
                  <a:moveTo>
                    <a:pt x="792099" y="5783580"/>
                  </a:moveTo>
                  <a:lnTo>
                    <a:pt x="1056132" y="5783580"/>
                  </a:lnTo>
                </a:path>
                <a:path w="3331845" h="8151495">
                  <a:moveTo>
                    <a:pt x="1060323" y="5783580"/>
                  </a:moveTo>
                  <a:lnTo>
                    <a:pt x="1324356" y="5783580"/>
                  </a:lnTo>
                </a:path>
                <a:path w="3331845" h="8151495">
                  <a:moveTo>
                    <a:pt x="2468499" y="5783580"/>
                  </a:moveTo>
                  <a:lnTo>
                    <a:pt x="3327654" y="5783580"/>
                  </a:lnTo>
                </a:path>
                <a:path w="3331845" h="8151495">
                  <a:moveTo>
                    <a:pt x="0" y="5783580"/>
                  </a:moveTo>
                  <a:lnTo>
                    <a:pt x="0" y="5867400"/>
                  </a:lnTo>
                </a:path>
                <a:path w="3331845" h="8151495">
                  <a:moveTo>
                    <a:pt x="490347" y="5783580"/>
                  </a:moveTo>
                  <a:lnTo>
                    <a:pt x="490347" y="5867400"/>
                  </a:lnTo>
                </a:path>
                <a:path w="3331845" h="8151495">
                  <a:moveTo>
                    <a:pt x="787908" y="5783580"/>
                  </a:moveTo>
                  <a:lnTo>
                    <a:pt x="787908" y="5867400"/>
                  </a:lnTo>
                </a:path>
                <a:path w="3331845" h="8151495">
                  <a:moveTo>
                    <a:pt x="1056132" y="5783580"/>
                  </a:moveTo>
                  <a:lnTo>
                    <a:pt x="1056132" y="5867400"/>
                  </a:lnTo>
                </a:path>
                <a:path w="3331845" h="8151495">
                  <a:moveTo>
                    <a:pt x="1324356" y="5783580"/>
                  </a:moveTo>
                  <a:lnTo>
                    <a:pt x="1324356" y="5867400"/>
                  </a:lnTo>
                </a:path>
                <a:path w="3331845" h="8151495">
                  <a:moveTo>
                    <a:pt x="1814703" y="5783580"/>
                  </a:moveTo>
                  <a:lnTo>
                    <a:pt x="1814703" y="5867400"/>
                  </a:lnTo>
                </a:path>
                <a:path w="3331845" h="8151495">
                  <a:moveTo>
                    <a:pt x="2464308" y="5783580"/>
                  </a:moveTo>
                  <a:lnTo>
                    <a:pt x="2464308" y="5867400"/>
                  </a:lnTo>
                </a:path>
                <a:path w="3331845" h="8151495">
                  <a:moveTo>
                    <a:pt x="3327654" y="5783580"/>
                  </a:moveTo>
                  <a:lnTo>
                    <a:pt x="3327654" y="5867400"/>
                  </a:lnTo>
                </a:path>
                <a:path w="3331845" h="8151495">
                  <a:moveTo>
                    <a:pt x="0" y="5863209"/>
                  </a:moveTo>
                  <a:lnTo>
                    <a:pt x="494538" y="5863209"/>
                  </a:lnTo>
                </a:path>
                <a:path w="3331845" h="8151495">
                  <a:moveTo>
                    <a:pt x="490347" y="5863209"/>
                  </a:moveTo>
                  <a:lnTo>
                    <a:pt x="787908" y="5863209"/>
                  </a:lnTo>
                </a:path>
                <a:path w="3331845" h="8151495">
                  <a:moveTo>
                    <a:pt x="792099" y="5863209"/>
                  </a:moveTo>
                  <a:lnTo>
                    <a:pt x="1056132" y="5863209"/>
                  </a:lnTo>
                </a:path>
                <a:path w="3331845" h="8151495">
                  <a:moveTo>
                    <a:pt x="1060323" y="5863209"/>
                  </a:moveTo>
                  <a:lnTo>
                    <a:pt x="1324356" y="5863209"/>
                  </a:lnTo>
                </a:path>
                <a:path w="3331845" h="8151495">
                  <a:moveTo>
                    <a:pt x="1324356" y="5863209"/>
                  </a:moveTo>
                  <a:lnTo>
                    <a:pt x="1818894" y="5863209"/>
                  </a:lnTo>
                </a:path>
                <a:path w="3331845" h="8151495">
                  <a:moveTo>
                    <a:pt x="1814703" y="5863209"/>
                  </a:moveTo>
                  <a:lnTo>
                    <a:pt x="2468499" y="5863209"/>
                  </a:lnTo>
                </a:path>
                <a:path w="3331845" h="8151495">
                  <a:moveTo>
                    <a:pt x="2468499" y="5863209"/>
                  </a:moveTo>
                  <a:lnTo>
                    <a:pt x="3327654" y="5863209"/>
                  </a:lnTo>
                </a:path>
                <a:path w="3331845" h="8151495">
                  <a:moveTo>
                    <a:pt x="0" y="5863209"/>
                  </a:moveTo>
                  <a:lnTo>
                    <a:pt x="0" y="5947029"/>
                  </a:lnTo>
                </a:path>
                <a:path w="3331845" h="8151495">
                  <a:moveTo>
                    <a:pt x="490347" y="5863209"/>
                  </a:moveTo>
                  <a:lnTo>
                    <a:pt x="490347" y="5947029"/>
                  </a:lnTo>
                </a:path>
                <a:path w="3331845" h="8151495">
                  <a:moveTo>
                    <a:pt x="787908" y="5863209"/>
                  </a:moveTo>
                  <a:lnTo>
                    <a:pt x="787908" y="5947029"/>
                  </a:lnTo>
                </a:path>
                <a:path w="3331845" h="8151495">
                  <a:moveTo>
                    <a:pt x="1056132" y="5863209"/>
                  </a:moveTo>
                  <a:lnTo>
                    <a:pt x="1056132" y="5947029"/>
                  </a:lnTo>
                </a:path>
                <a:path w="3331845" h="8151495">
                  <a:moveTo>
                    <a:pt x="1324356" y="5863209"/>
                  </a:moveTo>
                  <a:lnTo>
                    <a:pt x="1324356" y="5947029"/>
                  </a:lnTo>
                </a:path>
                <a:path w="3331845" h="8151495">
                  <a:moveTo>
                    <a:pt x="1814703" y="5863209"/>
                  </a:moveTo>
                  <a:lnTo>
                    <a:pt x="1814703" y="5947029"/>
                  </a:lnTo>
                </a:path>
                <a:path w="3331845" h="8151495">
                  <a:moveTo>
                    <a:pt x="2464308" y="5863209"/>
                  </a:moveTo>
                  <a:lnTo>
                    <a:pt x="2464308" y="5947029"/>
                  </a:lnTo>
                </a:path>
                <a:path w="3331845" h="8151495">
                  <a:moveTo>
                    <a:pt x="3327654" y="5863209"/>
                  </a:moveTo>
                  <a:lnTo>
                    <a:pt x="3327654" y="5947029"/>
                  </a:lnTo>
                </a:path>
                <a:path w="3331845" h="8151495">
                  <a:moveTo>
                    <a:pt x="490347" y="5942838"/>
                  </a:moveTo>
                  <a:lnTo>
                    <a:pt x="787908" y="5942838"/>
                  </a:lnTo>
                </a:path>
                <a:path w="3331845" h="8151495">
                  <a:moveTo>
                    <a:pt x="792099" y="5942838"/>
                  </a:moveTo>
                  <a:lnTo>
                    <a:pt x="1056132" y="5942838"/>
                  </a:lnTo>
                </a:path>
                <a:path w="3331845" h="8151495">
                  <a:moveTo>
                    <a:pt x="1060323" y="5942838"/>
                  </a:moveTo>
                  <a:lnTo>
                    <a:pt x="1324356" y="5942838"/>
                  </a:lnTo>
                </a:path>
                <a:path w="3331845" h="8151495">
                  <a:moveTo>
                    <a:pt x="2468499" y="5942838"/>
                  </a:moveTo>
                  <a:lnTo>
                    <a:pt x="3327654" y="5942838"/>
                  </a:lnTo>
                </a:path>
                <a:path w="3331845" h="8151495">
                  <a:moveTo>
                    <a:pt x="0" y="5942838"/>
                  </a:moveTo>
                  <a:lnTo>
                    <a:pt x="0" y="6026658"/>
                  </a:lnTo>
                </a:path>
                <a:path w="3331845" h="8151495">
                  <a:moveTo>
                    <a:pt x="490347" y="5942838"/>
                  </a:moveTo>
                  <a:lnTo>
                    <a:pt x="490347" y="6026658"/>
                  </a:lnTo>
                </a:path>
                <a:path w="3331845" h="8151495">
                  <a:moveTo>
                    <a:pt x="787908" y="5942838"/>
                  </a:moveTo>
                  <a:lnTo>
                    <a:pt x="787908" y="6026658"/>
                  </a:lnTo>
                </a:path>
                <a:path w="3331845" h="8151495">
                  <a:moveTo>
                    <a:pt x="1056132" y="5942838"/>
                  </a:moveTo>
                  <a:lnTo>
                    <a:pt x="1056132" y="6026658"/>
                  </a:lnTo>
                </a:path>
                <a:path w="3331845" h="8151495">
                  <a:moveTo>
                    <a:pt x="1324356" y="5942838"/>
                  </a:moveTo>
                  <a:lnTo>
                    <a:pt x="1324356" y="6026658"/>
                  </a:lnTo>
                </a:path>
                <a:path w="3331845" h="8151495">
                  <a:moveTo>
                    <a:pt x="1814703" y="5942838"/>
                  </a:moveTo>
                  <a:lnTo>
                    <a:pt x="1814703" y="6026658"/>
                  </a:lnTo>
                </a:path>
                <a:path w="3331845" h="8151495">
                  <a:moveTo>
                    <a:pt x="2464308" y="5942838"/>
                  </a:moveTo>
                  <a:lnTo>
                    <a:pt x="2464308" y="6026658"/>
                  </a:lnTo>
                </a:path>
                <a:path w="3331845" h="8151495">
                  <a:moveTo>
                    <a:pt x="3327654" y="5942838"/>
                  </a:moveTo>
                  <a:lnTo>
                    <a:pt x="3327654" y="6026658"/>
                  </a:lnTo>
                </a:path>
                <a:path w="3331845" h="8151495">
                  <a:moveTo>
                    <a:pt x="490347" y="6022467"/>
                  </a:moveTo>
                  <a:lnTo>
                    <a:pt x="787908" y="6022467"/>
                  </a:lnTo>
                </a:path>
                <a:path w="3331845" h="8151495">
                  <a:moveTo>
                    <a:pt x="792099" y="6022467"/>
                  </a:moveTo>
                  <a:lnTo>
                    <a:pt x="1056132" y="6022467"/>
                  </a:lnTo>
                </a:path>
                <a:path w="3331845" h="8151495">
                  <a:moveTo>
                    <a:pt x="1060323" y="6022467"/>
                  </a:moveTo>
                  <a:lnTo>
                    <a:pt x="1324356" y="6022467"/>
                  </a:lnTo>
                </a:path>
                <a:path w="3331845" h="8151495">
                  <a:moveTo>
                    <a:pt x="2468499" y="6022467"/>
                  </a:moveTo>
                  <a:lnTo>
                    <a:pt x="3327654" y="6022467"/>
                  </a:lnTo>
                </a:path>
                <a:path w="3331845" h="8151495">
                  <a:moveTo>
                    <a:pt x="0" y="6022467"/>
                  </a:moveTo>
                  <a:lnTo>
                    <a:pt x="0" y="6106287"/>
                  </a:lnTo>
                </a:path>
                <a:path w="3331845" h="8151495">
                  <a:moveTo>
                    <a:pt x="490347" y="6022467"/>
                  </a:moveTo>
                  <a:lnTo>
                    <a:pt x="490347" y="6106287"/>
                  </a:lnTo>
                </a:path>
                <a:path w="3331845" h="8151495">
                  <a:moveTo>
                    <a:pt x="787908" y="6022467"/>
                  </a:moveTo>
                  <a:lnTo>
                    <a:pt x="787908" y="6106287"/>
                  </a:lnTo>
                </a:path>
                <a:path w="3331845" h="8151495">
                  <a:moveTo>
                    <a:pt x="1056132" y="6022467"/>
                  </a:moveTo>
                  <a:lnTo>
                    <a:pt x="1056132" y="6106287"/>
                  </a:lnTo>
                </a:path>
                <a:path w="3331845" h="8151495">
                  <a:moveTo>
                    <a:pt x="1324356" y="6022467"/>
                  </a:moveTo>
                  <a:lnTo>
                    <a:pt x="1324356" y="6106287"/>
                  </a:lnTo>
                </a:path>
                <a:path w="3331845" h="8151495">
                  <a:moveTo>
                    <a:pt x="1814703" y="6022467"/>
                  </a:moveTo>
                  <a:lnTo>
                    <a:pt x="1814703" y="6106287"/>
                  </a:lnTo>
                </a:path>
                <a:path w="3331845" h="8151495">
                  <a:moveTo>
                    <a:pt x="2464308" y="6022467"/>
                  </a:moveTo>
                  <a:lnTo>
                    <a:pt x="2464308" y="6106287"/>
                  </a:lnTo>
                </a:path>
                <a:path w="3331845" h="8151495">
                  <a:moveTo>
                    <a:pt x="3327654" y="6022467"/>
                  </a:moveTo>
                  <a:lnTo>
                    <a:pt x="3327654" y="6106287"/>
                  </a:lnTo>
                </a:path>
                <a:path w="3331845" h="8151495">
                  <a:moveTo>
                    <a:pt x="490347" y="6102096"/>
                  </a:moveTo>
                  <a:lnTo>
                    <a:pt x="787908" y="6102096"/>
                  </a:lnTo>
                </a:path>
                <a:path w="3331845" h="8151495">
                  <a:moveTo>
                    <a:pt x="792099" y="6102096"/>
                  </a:moveTo>
                  <a:lnTo>
                    <a:pt x="1056132" y="6102096"/>
                  </a:lnTo>
                </a:path>
                <a:path w="3331845" h="8151495">
                  <a:moveTo>
                    <a:pt x="1060323" y="6102096"/>
                  </a:moveTo>
                  <a:lnTo>
                    <a:pt x="1324356" y="6102096"/>
                  </a:lnTo>
                </a:path>
                <a:path w="3331845" h="8151495">
                  <a:moveTo>
                    <a:pt x="2468499" y="6102096"/>
                  </a:moveTo>
                  <a:lnTo>
                    <a:pt x="3327654" y="6102096"/>
                  </a:lnTo>
                </a:path>
                <a:path w="3331845" h="8151495">
                  <a:moveTo>
                    <a:pt x="0" y="6102096"/>
                  </a:moveTo>
                  <a:lnTo>
                    <a:pt x="0" y="6185916"/>
                  </a:lnTo>
                </a:path>
                <a:path w="3331845" h="8151495">
                  <a:moveTo>
                    <a:pt x="490347" y="6102096"/>
                  </a:moveTo>
                  <a:lnTo>
                    <a:pt x="490347" y="6185916"/>
                  </a:lnTo>
                </a:path>
                <a:path w="3331845" h="8151495">
                  <a:moveTo>
                    <a:pt x="787908" y="6102096"/>
                  </a:moveTo>
                  <a:lnTo>
                    <a:pt x="787908" y="6185916"/>
                  </a:lnTo>
                </a:path>
                <a:path w="3331845" h="8151495">
                  <a:moveTo>
                    <a:pt x="1056132" y="6102096"/>
                  </a:moveTo>
                  <a:lnTo>
                    <a:pt x="1056132" y="6185916"/>
                  </a:lnTo>
                </a:path>
                <a:path w="3331845" h="8151495">
                  <a:moveTo>
                    <a:pt x="1324356" y="6102096"/>
                  </a:moveTo>
                  <a:lnTo>
                    <a:pt x="1324356" y="6185916"/>
                  </a:lnTo>
                </a:path>
                <a:path w="3331845" h="8151495">
                  <a:moveTo>
                    <a:pt x="1814703" y="6102096"/>
                  </a:moveTo>
                  <a:lnTo>
                    <a:pt x="1814703" y="6185916"/>
                  </a:lnTo>
                </a:path>
                <a:path w="3331845" h="8151495">
                  <a:moveTo>
                    <a:pt x="2464308" y="6102096"/>
                  </a:moveTo>
                  <a:lnTo>
                    <a:pt x="2464308" y="6185916"/>
                  </a:lnTo>
                </a:path>
                <a:path w="3331845" h="8151495">
                  <a:moveTo>
                    <a:pt x="3327654" y="6102096"/>
                  </a:moveTo>
                  <a:lnTo>
                    <a:pt x="3327654" y="6185916"/>
                  </a:lnTo>
                </a:path>
                <a:path w="3331845" h="8151495">
                  <a:moveTo>
                    <a:pt x="0" y="6181725"/>
                  </a:moveTo>
                  <a:lnTo>
                    <a:pt x="494538" y="6181725"/>
                  </a:lnTo>
                </a:path>
                <a:path w="3331845" h="8151495">
                  <a:moveTo>
                    <a:pt x="490347" y="6181725"/>
                  </a:moveTo>
                  <a:lnTo>
                    <a:pt x="787908" y="6181725"/>
                  </a:lnTo>
                </a:path>
                <a:path w="3331845" h="8151495">
                  <a:moveTo>
                    <a:pt x="792099" y="6181725"/>
                  </a:moveTo>
                  <a:lnTo>
                    <a:pt x="1056132" y="6181725"/>
                  </a:lnTo>
                </a:path>
                <a:path w="3331845" h="8151495">
                  <a:moveTo>
                    <a:pt x="1060323" y="6181725"/>
                  </a:moveTo>
                  <a:lnTo>
                    <a:pt x="1324356" y="6181725"/>
                  </a:lnTo>
                </a:path>
                <a:path w="3331845" h="8151495">
                  <a:moveTo>
                    <a:pt x="1324356" y="6181725"/>
                  </a:moveTo>
                  <a:lnTo>
                    <a:pt x="1818894" y="6181725"/>
                  </a:lnTo>
                </a:path>
                <a:path w="3331845" h="8151495">
                  <a:moveTo>
                    <a:pt x="1814703" y="6181725"/>
                  </a:moveTo>
                  <a:lnTo>
                    <a:pt x="2468499" y="6181725"/>
                  </a:lnTo>
                </a:path>
                <a:path w="3331845" h="8151495">
                  <a:moveTo>
                    <a:pt x="2468499" y="6181725"/>
                  </a:moveTo>
                  <a:lnTo>
                    <a:pt x="3327654" y="6181725"/>
                  </a:lnTo>
                </a:path>
                <a:path w="3331845" h="8151495">
                  <a:moveTo>
                    <a:pt x="0" y="6181725"/>
                  </a:moveTo>
                  <a:lnTo>
                    <a:pt x="0" y="6261354"/>
                  </a:lnTo>
                </a:path>
                <a:path w="3331845" h="8151495">
                  <a:moveTo>
                    <a:pt x="490347" y="6181725"/>
                  </a:moveTo>
                  <a:lnTo>
                    <a:pt x="490347" y="6261354"/>
                  </a:lnTo>
                </a:path>
                <a:path w="3331845" h="8151495">
                  <a:moveTo>
                    <a:pt x="787908" y="6181725"/>
                  </a:moveTo>
                  <a:lnTo>
                    <a:pt x="787908" y="6261354"/>
                  </a:lnTo>
                </a:path>
                <a:path w="3331845" h="8151495">
                  <a:moveTo>
                    <a:pt x="1056132" y="6181725"/>
                  </a:moveTo>
                  <a:lnTo>
                    <a:pt x="1056132" y="6261354"/>
                  </a:lnTo>
                </a:path>
                <a:path w="3331845" h="8151495">
                  <a:moveTo>
                    <a:pt x="1324356" y="6181725"/>
                  </a:moveTo>
                  <a:lnTo>
                    <a:pt x="1324356" y="6261354"/>
                  </a:lnTo>
                </a:path>
                <a:path w="3331845" h="8151495">
                  <a:moveTo>
                    <a:pt x="1814703" y="6181725"/>
                  </a:moveTo>
                  <a:lnTo>
                    <a:pt x="1814703" y="6261354"/>
                  </a:lnTo>
                </a:path>
                <a:path w="3331845" h="8151495">
                  <a:moveTo>
                    <a:pt x="2464308" y="6181725"/>
                  </a:moveTo>
                  <a:lnTo>
                    <a:pt x="2464308" y="6261354"/>
                  </a:lnTo>
                </a:path>
                <a:path w="3331845" h="8151495">
                  <a:moveTo>
                    <a:pt x="3327654" y="6181725"/>
                  </a:moveTo>
                  <a:lnTo>
                    <a:pt x="3327654" y="6261354"/>
                  </a:lnTo>
                </a:path>
                <a:path w="3331845" h="8151495">
                  <a:moveTo>
                    <a:pt x="490347" y="6257163"/>
                  </a:moveTo>
                  <a:lnTo>
                    <a:pt x="787908" y="6257163"/>
                  </a:lnTo>
                </a:path>
                <a:path w="3331845" h="8151495">
                  <a:moveTo>
                    <a:pt x="792099" y="6257163"/>
                  </a:moveTo>
                  <a:lnTo>
                    <a:pt x="1056132" y="6257163"/>
                  </a:lnTo>
                </a:path>
                <a:path w="3331845" h="8151495">
                  <a:moveTo>
                    <a:pt x="1060323" y="6257163"/>
                  </a:moveTo>
                  <a:lnTo>
                    <a:pt x="1324356" y="6257163"/>
                  </a:lnTo>
                </a:path>
                <a:path w="3331845" h="8151495">
                  <a:moveTo>
                    <a:pt x="2468499" y="6257163"/>
                  </a:moveTo>
                  <a:lnTo>
                    <a:pt x="3327654" y="6257163"/>
                  </a:lnTo>
                </a:path>
                <a:path w="3331845" h="8151495">
                  <a:moveTo>
                    <a:pt x="0" y="6257163"/>
                  </a:moveTo>
                  <a:lnTo>
                    <a:pt x="0" y="6340982"/>
                  </a:lnTo>
                </a:path>
                <a:path w="3331845" h="8151495">
                  <a:moveTo>
                    <a:pt x="490347" y="6257163"/>
                  </a:moveTo>
                  <a:lnTo>
                    <a:pt x="490347" y="6340982"/>
                  </a:lnTo>
                </a:path>
                <a:path w="3331845" h="8151495">
                  <a:moveTo>
                    <a:pt x="787908" y="6257163"/>
                  </a:moveTo>
                  <a:lnTo>
                    <a:pt x="787908" y="6340982"/>
                  </a:lnTo>
                </a:path>
                <a:path w="3331845" h="8151495">
                  <a:moveTo>
                    <a:pt x="1056132" y="6257163"/>
                  </a:moveTo>
                  <a:lnTo>
                    <a:pt x="1056132" y="6340982"/>
                  </a:lnTo>
                </a:path>
                <a:path w="3331845" h="8151495">
                  <a:moveTo>
                    <a:pt x="1324356" y="6257163"/>
                  </a:moveTo>
                  <a:lnTo>
                    <a:pt x="1324356" y="6340982"/>
                  </a:lnTo>
                </a:path>
                <a:path w="3331845" h="8151495">
                  <a:moveTo>
                    <a:pt x="1814703" y="6257163"/>
                  </a:moveTo>
                  <a:lnTo>
                    <a:pt x="1814703" y="6340982"/>
                  </a:lnTo>
                </a:path>
                <a:path w="3331845" h="8151495">
                  <a:moveTo>
                    <a:pt x="2464308" y="6257163"/>
                  </a:moveTo>
                  <a:lnTo>
                    <a:pt x="2464308" y="6340982"/>
                  </a:lnTo>
                </a:path>
                <a:path w="3331845" h="8151495">
                  <a:moveTo>
                    <a:pt x="3327654" y="6257163"/>
                  </a:moveTo>
                  <a:lnTo>
                    <a:pt x="3327654" y="6340982"/>
                  </a:lnTo>
                </a:path>
                <a:path w="3331845" h="8151495">
                  <a:moveTo>
                    <a:pt x="490347" y="6336792"/>
                  </a:moveTo>
                  <a:lnTo>
                    <a:pt x="787908" y="6336792"/>
                  </a:lnTo>
                </a:path>
                <a:path w="3331845" h="8151495">
                  <a:moveTo>
                    <a:pt x="792099" y="6336792"/>
                  </a:moveTo>
                  <a:lnTo>
                    <a:pt x="1056132" y="6336792"/>
                  </a:lnTo>
                </a:path>
                <a:path w="3331845" h="8151495">
                  <a:moveTo>
                    <a:pt x="1060323" y="6336792"/>
                  </a:moveTo>
                  <a:lnTo>
                    <a:pt x="1324356" y="6336792"/>
                  </a:lnTo>
                </a:path>
                <a:path w="3331845" h="8151495">
                  <a:moveTo>
                    <a:pt x="0" y="6336792"/>
                  </a:moveTo>
                  <a:lnTo>
                    <a:pt x="0" y="6420611"/>
                  </a:lnTo>
                </a:path>
                <a:path w="3331845" h="8151495">
                  <a:moveTo>
                    <a:pt x="490347" y="6336792"/>
                  </a:moveTo>
                  <a:lnTo>
                    <a:pt x="490347" y="6420611"/>
                  </a:lnTo>
                </a:path>
                <a:path w="3331845" h="8151495">
                  <a:moveTo>
                    <a:pt x="787908" y="6336792"/>
                  </a:moveTo>
                  <a:lnTo>
                    <a:pt x="787908" y="6420611"/>
                  </a:lnTo>
                </a:path>
                <a:path w="3331845" h="8151495">
                  <a:moveTo>
                    <a:pt x="1056132" y="6336792"/>
                  </a:moveTo>
                  <a:lnTo>
                    <a:pt x="1056132" y="6420611"/>
                  </a:lnTo>
                </a:path>
                <a:path w="3331845" h="8151495">
                  <a:moveTo>
                    <a:pt x="1324356" y="6336792"/>
                  </a:moveTo>
                  <a:lnTo>
                    <a:pt x="1324356" y="6420611"/>
                  </a:lnTo>
                </a:path>
                <a:path w="3331845" h="8151495">
                  <a:moveTo>
                    <a:pt x="1814703" y="6336792"/>
                  </a:moveTo>
                  <a:lnTo>
                    <a:pt x="1814703" y="6420611"/>
                  </a:lnTo>
                </a:path>
                <a:path w="3331845" h="8151495">
                  <a:moveTo>
                    <a:pt x="2464308" y="6336792"/>
                  </a:moveTo>
                  <a:lnTo>
                    <a:pt x="2464308" y="6420611"/>
                  </a:lnTo>
                </a:path>
                <a:path w="3331845" h="8151495">
                  <a:moveTo>
                    <a:pt x="3327654" y="6336792"/>
                  </a:moveTo>
                  <a:lnTo>
                    <a:pt x="3327654" y="6420611"/>
                  </a:lnTo>
                </a:path>
                <a:path w="3331845" h="8151495">
                  <a:moveTo>
                    <a:pt x="490347" y="6416420"/>
                  </a:moveTo>
                  <a:lnTo>
                    <a:pt x="787908" y="6416420"/>
                  </a:lnTo>
                </a:path>
                <a:path w="3331845" h="8151495">
                  <a:moveTo>
                    <a:pt x="792099" y="6416420"/>
                  </a:moveTo>
                  <a:lnTo>
                    <a:pt x="1056132" y="6416420"/>
                  </a:lnTo>
                </a:path>
                <a:path w="3331845" h="8151495">
                  <a:moveTo>
                    <a:pt x="1060323" y="6416420"/>
                  </a:moveTo>
                  <a:lnTo>
                    <a:pt x="1324356" y="6416420"/>
                  </a:lnTo>
                </a:path>
                <a:path w="3331845" h="8151495">
                  <a:moveTo>
                    <a:pt x="0" y="6416420"/>
                  </a:moveTo>
                  <a:lnTo>
                    <a:pt x="0" y="6500240"/>
                  </a:lnTo>
                </a:path>
                <a:path w="3331845" h="8151495">
                  <a:moveTo>
                    <a:pt x="490347" y="6416420"/>
                  </a:moveTo>
                  <a:lnTo>
                    <a:pt x="490347" y="6500240"/>
                  </a:lnTo>
                </a:path>
                <a:path w="3331845" h="8151495">
                  <a:moveTo>
                    <a:pt x="787908" y="6416420"/>
                  </a:moveTo>
                  <a:lnTo>
                    <a:pt x="787908" y="6500240"/>
                  </a:lnTo>
                </a:path>
                <a:path w="3331845" h="8151495">
                  <a:moveTo>
                    <a:pt x="1056132" y="6416420"/>
                  </a:moveTo>
                  <a:lnTo>
                    <a:pt x="1056132" y="6500240"/>
                  </a:lnTo>
                </a:path>
                <a:path w="3331845" h="8151495">
                  <a:moveTo>
                    <a:pt x="1324356" y="6416420"/>
                  </a:moveTo>
                  <a:lnTo>
                    <a:pt x="1324356" y="6500240"/>
                  </a:lnTo>
                </a:path>
                <a:path w="3331845" h="8151495">
                  <a:moveTo>
                    <a:pt x="1814703" y="6416420"/>
                  </a:moveTo>
                  <a:lnTo>
                    <a:pt x="1814703" y="6500240"/>
                  </a:lnTo>
                </a:path>
                <a:path w="3331845" h="8151495">
                  <a:moveTo>
                    <a:pt x="2464308" y="6416420"/>
                  </a:moveTo>
                  <a:lnTo>
                    <a:pt x="2464308" y="6500240"/>
                  </a:lnTo>
                </a:path>
                <a:path w="3331845" h="8151495">
                  <a:moveTo>
                    <a:pt x="3327654" y="6416420"/>
                  </a:moveTo>
                  <a:lnTo>
                    <a:pt x="3327654" y="6500240"/>
                  </a:lnTo>
                </a:path>
                <a:path w="3331845" h="8151495">
                  <a:moveTo>
                    <a:pt x="0" y="6496049"/>
                  </a:moveTo>
                  <a:lnTo>
                    <a:pt x="494538" y="6496049"/>
                  </a:lnTo>
                </a:path>
                <a:path w="3331845" h="8151495">
                  <a:moveTo>
                    <a:pt x="490347" y="6496049"/>
                  </a:moveTo>
                  <a:lnTo>
                    <a:pt x="787908" y="6496049"/>
                  </a:lnTo>
                </a:path>
                <a:path w="3331845" h="8151495">
                  <a:moveTo>
                    <a:pt x="792099" y="6496049"/>
                  </a:moveTo>
                  <a:lnTo>
                    <a:pt x="1056132" y="6496049"/>
                  </a:lnTo>
                </a:path>
                <a:path w="3331845" h="8151495">
                  <a:moveTo>
                    <a:pt x="1060323" y="6496049"/>
                  </a:moveTo>
                  <a:lnTo>
                    <a:pt x="1324356" y="6496049"/>
                  </a:lnTo>
                </a:path>
                <a:path w="3331845" h="8151495">
                  <a:moveTo>
                    <a:pt x="1324356" y="6496049"/>
                  </a:moveTo>
                  <a:lnTo>
                    <a:pt x="1818894" y="6496049"/>
                  </a:lnTo>
                </a:path>
                <a:path w="3331845" h="8151495">
                  <a:moveTo>
                    <a:pt x="1814703" y="6496049"/>
                  </a:moveTo>
                  <a:lnTo>
                    <a:pt x="2468499" y="6496049"/>
                  </a:lnTo>
                </a:path>
                <a:path w="3331845" h="8151495">
                  <a:moveTo>
                    <a:pt x="2468499" y="6496049"/>
                  </a:moveTo>
                  <a:lnTo>
                    <a:pt x="3331845" y="6496049"/>
                  </a:lnTo>
                </a:path>
                <a:path w="3331845" h="8151495">
                  <a:moveTo>
                    <a:pt x="0" y="6496049"/>
                  </a:moveTo>
                  <a:lnTo>
                    <a:pt x="0" y="6579869"/>
                  </a:lnTo>
                </a:path>
                <a:path w="3331845" h="8151495">
                  <a:moveTo>
                    <a:pt x="490347" y="6496049"/>
                  </a:moveTo>
                  <a:lnTo>
                    <a:pt x="490347" y="6579869"/>
                  </a:lnTo>
                </a:path>
                <a:path w="3331845" h="8151495">
                  <a:moveTo>
                    <a:pt x="787908" y="6496049"/>
                  </a:moveTo>
                  <a:lnTo>
                    <a:pt x="787908" y="6579869"/>
                  </a:lnTo>
                </a:path>
                <a:path w="3331845" h="8151495">
                  <a:moveTo>
                    <a:pt x="1056132" y="6496049"/>
                  </a:moveTo>
                  <a:lnTo>
                    <a:pt x="1056132" y="6579869"/>
                  </a:lnTo>
                </a:path>
                <a:path w="3331845" h="8151495">
                  <a:moveTo>
                    <a:pt x="1324356" y="6496049"/>
                  </a:moveTo>
                  <a:lnTo>
                    <a:pt x="1324356" y="6579869"/>
                  </a:lnTo>
                </a:path>
                <a:path w="3331845" h="8151495">
                  <a:moveTo>
                    <a:pt x="1814703" y="6496049"/>
                  </a:moveTo>
                  <a:lnTo>
                    <a:pt x="1814703" y="6579869"/>
                  </a:lnTo>
                </a:path>
                <a:path w="3331845" h="8151495">
                  <a:moveTo>
                    <a:pt x="2464308" y="6496049"/>
                  </a:moveTo>
                  <a:lnTo>
                    <a:pt x="2464308" y="6579869"/>
                  </a:lnTo>
                </a:path>
                <a:path w="3331845" h="8151495">
                  <a:moveTo>
                    <a:pt x="3327654" y="6496049"/>
                  </a:moveTo>
                  <a:lnTo>
                    <a:pt x="3327654" y="6579869"/>
                  </a:lnTo>
                </a:path>
                <a:path w="3331845" h="8151495">
                  <a:moveTo>
                    <a:pt x="490347" y="6575678"/>
                  </a:moveTo>
                  <a:lnTo>
                    <a:pt x="787908" y="6575678"/>
                  </a:lnTo>
                </a:path>
                <a:path w="3331845" h="8151495">
                  <a:moveTo>
                    <a:pt x="792099" y="6575678"/>
                  </a:moveTo>
                  <a:lnTo>
                    <a:pt x="1056132" y="6575678"/>
                  </a:lnTo>
                </a:path>
                <a:path w="3331845" h="8151495">
                  <a:moveTo>
                    <a:pt x="1060323" y="6575678"/>
                  </a:moveTo>
                  <a:lnTo>
                    <a:pt x="1324356" y="6575678"/>
                  </a:lnTo>
                </a:path>
                <a:path w="3331845" h="8151495">
                  <a:moveTo>
                    <a:pt x="2468499" y="6575678"/>
                  </a:moveTo>
                  <a:lnTo>
                    <a:pt x="3327654" y="6575678"/>
                  </a:lnTo>
                </a:path>
                <a:path w="3331845" h="8151495">
                  <a:moveTo>
                    <a:pt x="0" y="6575678"/>
                  </a:moveTo>
                  <a:lnTo>
                    <a:pt x="0" y="6659498"/>
                  </a:lnTo>
                </a:path>
                <a:path w="3331845" h="8151495">
                  <a:moveTo>
                    <a:pt x="490347" y="6575678"/>
                  </a:moveTo>
                  <a:lnTo>
                    <a:pt x="490347" y="6659498"/>
                  </a:lnTo>
                </a:path>
                <a:path w="3331845" h="8151495">
                  <a:moveTo>
                    <a:pt x="787908" y="6575678"/>
                  </a:moveTo>
                  <a:lnTo>
                    <a:pt x="787908" y="6659498"/>
                  </a:lnTo>
                </a:path>
                <a:path w="3331845" h="8151495">
                  <a:moveTo>
                    <a:pt x="1056132" y="6575678"/>
                  </a:moveTo>
                  <a:lnTo>
                    <a:pt x="1056132" y="6659498"/>
                  </a:lnTo>
                </a:path>
                <a:path w="3331845" h="8151495">
                  <a:moveTo>
                    <a:pt x="1324356" y="6575678"/>
                  </a:moveTo>
                  <a:lnTo>
                    <a:pt x="1324356" y="6659498"/>
                  </a:lnTo>
                </a:path>
                <a:path w="3331845" h="8151495">
                  <a:moveTo>
                    <a:pt x="1814703" y="6575678"/>
                  </a:moveTo>
                  <a:lnTo>
                    <a:pt x="1814703" y="6659498"/>
                  </a:lnTo>
                </a:path>
                <a:path w="3331845" h="8151495">
                  <a:moveTo>
                    <a:pt x="2464308" y="6575678"/>
                  </a:moveTo>
                  <a:lnTo>
                    <a:pt x="2464308" y="6659498"/>
                  </a:lnTo>
                </a:path>
                <a:path w="3331845" h="8151495">
                  <a:moveTo>
                    <a:pt x="3327654" y="6575678"/>
                  </a:moveTo>
                  <a:lnTo>
                    <a:pt x="3327654" y="6659498"/>
                  </a:lnTo>
                </a:path>
                <a:path w="3331845" h="8151495">
                  <a:moveTo>
                    <a:pt x="490347" y="6655307"/>
                  </a:moveTo>
                  <a:lnTo>
                    <a:pt x="787908" y="6655307"/>
                  </a:lnTo>
                </a:path>
                <a:path w="3331845" h="8151495">
                  <a:moveTo>
                    <a:pt x="792099" y="6655307"/>
                  </a:moveTo>
                  <a:lnTo>
                    <a:pt x="1056132" y="6655307"/>
                  </a:lnTo>
                </a:path>
                <a:path w="3331845" h="8151495">
                  <a:moveTo>
                    <a:pt x="1060323" y="6655307"/>
                  </a:moveTo>
                  <a:lnTo>
                    <a:pt x="1324356" y="6655307"/>
                  </a:lnTo>
                </a:path>
                <a:path w="3331845" h="8151495">
                  <a:moveTo>
                    <a:pt x="2468499" y="6655307"/>
                  </a:moveTo>
                  <a:lnTo>
                    <a:pt x="3327654" y="6655307"/>
                  </a:lnTo>
                </a:path>
                <a:path w="3331845" h="8151495">
                  <a:moveTo>
                    <a:pt x="0" y="6655307"/>
                  </a:moveTo>
                  <a:lnTo>
                    <a:pt x="0" y="6739127"/>
                  </a:lnTo>
                </a:path>
                <a:path w="3331845" h="8151495">
                  <a:moveTo>
                    <a:pt x="490347" y="6655307"/>
                  </a:moveTo>
                  <a:lnTo>
                    <a:pt x="490347" y="6739127"/>
                  </a:lnTo>
                </a:path>
                <a:path w="3331845" h="8151495">
                  <a:moveTo>
                    <a:pt x="787908" y="6655307"/>
                  </a:moveTo>
                  <a:lnTo>
                    <a:pt x="787908" y="6739127"/>
                  </a:lnTo>
                </a:path>
                <a:path w="3331845" h="8151495">
                  <a:moveTo>
                    <a:pt x="1056132" y="6655307"/>
                  </a:moveTo>
                  <a:lnTo>
                    <a:pt x="1056132" y="6739127"/>
                  </a:lnTo>
                </a:path>
                <a:path w="3331845" h="8151495">
                  <a:moveTo>
                    <a:pt x="1324356" y="6655307"/>
                  </a:moveTo>
                  <a:lnTo>
                    <a:pt x="1324356" y="6739127"/>
                  </a:lnTo>
                </a:path>
                <a:path w="3331845" h="8151495">
                  <a:moveTo>
                    <a:pt x="1814703" y="6655307"/>
                  </a:moveTo>
                  <a:lnTo>
                    <a:pt x="1814703" y="6739127"/>
                  </a:lnTo>
                </a:path>
                <a:path w="3331845" h="8151495">
                  <a:moveTo>
                    <a:pt x="2464308" y="6655307"/>
                  </a:moveTo>
                  <a:lnTo>
                    <a:pt x="2464308" y="6739127"/>
                  </a:lnTo>
                </a:path>
                <a:path w="3331845" h="8151495">
                  <a:moveTo>
                    <a:pt x="3327654" y="6655307"/>
                  </a:moveTo>
                  <a:lnTo>
                    <a:pt x="3327654" y="6739127"/>
                  </a:lnTo>
                </a:path>
                <a:path w="3331845" h="8151495">
                  <a:moveTo>
                    <a:pt x="0" y="6734936"/>
                  </a:moveTo>
                  <a:lnTo>
                    <a:pt x="494538" y="6734936"/>
                  </a:lnTo>
                </a:path>
                <a:path w="3331845" h="8151495">
                  <a:moveTo>
                    <a:pt x="490347" y="6734936"/>
                  </a:moveTo>
                  <a:lnTo>
                    <a:pt x="787908" y="6734936"/>
                  </a:lnTo>
                </a:path>
                <a:path w="3331845" h="8151495">
                  <a:moveTo>
                    <a:pt x="792099" y="6734936"/>
                  </a:moveTo>
                  <a:lnTo>
                    <a:pt x="1056132" y="6734936"/>
                  </a:lnTo>
                </a:path>
                <a:path w="3331845" h="8151495">
                  <a:moveTo>
                    <a:pt x="1060323" y="6734936"/>
                  </a:moveTo>
                  <a:lnTo>
                    <a:pt x="1324356" y="6734936"/>
                  </a:lnTo>
                </a:path>
                <a:path w="3331845" h="8151495">
                  <a:moveTo>
                    <a:pt x="1324356" y="6734936"/>
                  </a:moveTo>
                  <a:lnTo>
                    <a:pt x="1818894" y="6734936"/>
                  </a:lnTo>
                </a:path>
                <a:path w="3331845" h="8151495">
                  <a:moveTo>
                    <a:pt x="1814703" y="6734936"/>
                  </a:moveTo>
                  <a:lnTo>
                    <a:pt x="2468499" y="6734936"/>
                  </a:lnTo>
                </a:path>
                <a:path w="3331845" h="8151495">
                  <a:moveTo>
                    <a:pt x="2468499" y="6734936"/>
                  </a:moveTo>
                  <a:lnTo>
                    <a:pt x="3327654" y="6734936"/>
                  </a:lnTo>
                </a:path>
                <a:path w="3331845" h="8151495">
                  <a:moveTo>
                    <a:pt x="0" y="6734936"/>
                  </a:moveTo>
                  <a:lnTo>
                    <a:pt x="0" y="6818756"/>
                  </a:lnTo>
                </a:path>
                <a:path w="3331845" h="8151495">
                  <a:moveTo>
                    <a:pt x="490347" y="6734936"/>
                  </a:moveTo>
                  <a:lnTo>
                    <a:pt x="490347" y="6818756"/>
                  </a:lnTo>
                </a:path>
                <a:path w="3331845" h="8151495">
                  <a:moveTo>
                    <a:pt x="787908" y="6734936"/>
                  </a:moveTo>
                  <a:lnTo>
                    <a:pt x="787908" y="6818756"/>
                  </a:lnTo>
                </a:path>
                <a:path w="3331845" h="8151495">
                  <a:moveTo>
                    <a:pt x="1056132" y="6734936"/>
                  </a:moveTo>
                  <a:lnTo>
                    <a:pt x="1056132" y="6818756"/>
                  </a:lnTo>
                </a:path>
                <a:path w="3331845" h="8151495">
                  <a:moveTo>
                    <a:pt x="1324356" y="6734936"/>
                  </a:moveTo>
                  <a:lnTo>
                    <a:pt x="1324356" y="6818756"/>
                  </a:lnTo>
                </a:path>
                <a:path w="3331845" h="8151495">
                  <a:moveTo>
                    <a:pt x="1814703" y="6734936"/>
                  </a:moveTo>
                  <a:lnTo>
                    <a:pt x="1814703" y="6818756"/>
                  </a:lnTo>
                </a:path>
                <a:path w="3331845" h="8151495">
                  <a:moveTo>
                    <a:pt x="2464308" y="6734936"/>
                  </a:moveTo>
                  <a:lnTo>
                    <a:pt x="2464308" y="6818756"/>
                  </a:lnTo>
                </a:path>
                <a:path w="3331845" h="8151495">
                  <a:moveTo>
                    <a:pt x="3327654" y="6734936"/>
                  </a:moveTo>
                  <a:lnTo>
                    <a:pt x="3327654" y="6818756"/>
                  </a:lnTo>
                </a:path>
                <a:path w="3331845" h="8151495">
                  <a:moveTo>
                    <a:pt x="490347" y="6814565"/>
                  </a:moveTo>
                  <a:lnTo>
                    <a:pt x="787908" y="6814565"/>
                  </a:lnTo>
                </a:path>
                <a:path w="3331845" h="8151495">
                  <a:moveTo>
                    <a:pt x="792099" y="6814565"/>
                  </a:moveTo>
                  <a:lnTo>
                    <a:pt x="1056132" y="6814565"/>
                  </a:lnTo>
                </a:path>
                <a:path w="3331845" h="8151495">
                  <a:moveTo>
                    <a:pt x="1060323" y="6814565"/>
                  </a:moveTo>
                  <a:lnTo>
                    <a:pt x="1324356" y="6814565"/>
                  </a:lnTo>
                </a:path>
                <a:path w="3331845" h="8151495">
                  <a:moveTo>
                    <a:pt x="2468499" y="6814565"/>
                  </a:moveTo>
                  <a:lnTo>
                    <a:pt x="3327654" y="6814565"/>
                  </a:lnTo>
                </a:path>
                <a:path w="3331845" h="8151495">
                  <a:moveTo>
                    <a:pt x="0" y="6814565"/>
                  </a:moveTo>
                  <a:lnTo>
                    <a:pt x="0" y="6898385"/>
                  </a:lnTo>
                </a:path>
                <a:path w="3331845" h="8151495">
                  <a:moveTo>
                    <a:pt x="490347" y="6814565"/>
                  </a:moveTo>
                  <a:lnTo>
                    <a:pt x="490347" y="6898385"/>
                  </a:lnTo>
                </a:path>
                <a:path w="3331845" h="8151495">
                  <a:moveTo>
                    <a:pt x="787908" y="6814565"/>
                  </a:moveTo>
                  <a:lnTo>
                    <a:pt x="787908" y="6898385"/>
                  </a:lnTo>
                </a:path>
                <a:path w="3331845" h="8151495">
                  <a:moveTo>
                    <a:pt x="1056132" y="6814565"/>
                  </a:moveTo>
                  <a:lnTo>
                    <a:pt x="1056132" y="6898385"/>
                  </a:lnTo>
                </a:path>
                <a:path w="3331845" h="8151495">
                  <a:moveTo>
                    <a:pt x="1324356" y="6814565"/>
                  </a:moveTo>
                  <a:lnTo>
                    <a:pt x="1324356" y="6898385"/>
                  </a:lnTo>
                </a:path>
                <a:path w="3331845" h="8151495">
                  <a:moveTo>
                    <a:pt x="1814703" y="6814565"/>
                  </a:moveTo>
                  <a:lnTo>
                    <a:pt x="1814703" y="6898385"/>
                  </a:lnTo>
                </a:path>
                <a:path w="3331845" h="8151495">
                  <a:moveTo>
                    <a:pt x="2464308" y="6814565"/>
                  </a:moveTo>
                  <a:lnTo>
                    <a:pt x="2464308" y="6898385"/>
                  </a:lnTo>
                </a:path>
                <a:path w="3331845" h="8151495">
                  <a:moveTo>
                    <a:pt x="3327654" y="6814565"/>
                  </a:moveTo>
                  <a:lnTo>
                    <a:pt x="3327654" y="6898385"/>
                  </a:lnTo>
                </a:path>
                <a:path w="3331845" h="8151495">
                  <a:moveTo>
                    <a:pt x="490347" y="6894194"/>
                  </a:moveTo>
                  <a:lnTo>
                    <a:pt x="787908" y="6894194"/>
                  </a:lnTo>
                </a:path>
                <a:path w="3331845" h="8151495">
                  <a:moveTo>
                    <a:pt x="792099" y="6894194"/>
                  </a:moveTo>
                  <a:lnTo>
                    <a:pt x="1056132" y="6894194"/>
                  </a:lnTo>
                </a:path>
                <a:path w="3331845" h="8151495">
                  <a:moveTo>
                    <a:pt x="1060323" y="6894194"/>
                  </a:moveTo>
                  <a:lnTo>
                    <a:pt x="1324356" y="6894194"/>
                  </a:lnTo>
                </a:path>
                <a:path w="3331845" h="8151495">
                  <a:moveTo>
                    <a:pt x="2468499" y="6894194"/>
                  </a:moveTo>
                  <a:lnTo>
                    <a:pt x="3327654" y="6894194"/>
                  </a:lnTo>
                </a:path>
                <a:path w="3331845" h="8151495">
                  <a:moveTo>
                    <a:pt x="0" y="6894194"/>
                  </a:moveTo>
                  <a:lnTo>
                    <a:pt x="0" y="6978014"/>
                  </a:lnTo>
                </a:path>
                <a:path w="3331845" h="8151495">
                  <a:moveTo>
                    <a:pt x="490347" y="6894194"/>
                  </a:moveTo>
                  <a:lnTo>
                    <a:pt x="490347" y="6978014"/>
                  </a:lnTo>
                </a:path>
                <a:path w="3331845" h="8151495">
                  <a:moveTo>
                    <a:pt x="787908" y="6894194"/>
                  </a:moveTo>
                  <a:lnTo>
                    <a:pt x="787908" y="6978014"/>
                  </a:lnTo>
                </a:path>
                <a:path w="3331845" h="8151495">
                  <a:moveTo>
                    <a:pt x="1056132" y="6894194"/>
                  </a:moveTo>
                  <a:lnTo>
                    <a:pt x="1056132" y="6978014"/>
                  </a:lnTo>
                </a:path>
                <a:path w="3331845" h="8151495">
                  <a:moveTo>
                    <a:pt x="1324356" y="6894194"/>
                  </a:moveTo>
                  <a:lnTo>
                    <a:pt x="1324356" y="6978014"/>
                  </a:lnTo>
                </a:path>
                <a:path w="3331845" h="8151495">
                  <a:moveTo>
                    <a:pt x="1814703" y="6894194"/>
                  </a:moveTo>
                  <a:lnTo>
                    <a:pt x="1814703" y="6978014"/>
                  </a:lnTo>
                </a:path>
                <a:path w="3331845" h="8151495">
                  <a:moveTo>
                    <a:pt x="2464308" y="6894194"/>
                  </a:moveTo>
                  <a:lnTo>
                    <a:pt x="2464308" y="6978014"/>
                  </a:lnTo>
                </a:path>
                <a:path w="3331845" h="8151495">
                  <a:moveTo>
                    <a:pt x="3327654" y="6894194"/>
                  </a:moveTo>
                  <a:lnTo>
                    <a:pt x="3327654" y="6978014"/>
                  </a:lnTo>
                </a:path>
                <a:path w="3331845" h="8151495">
                  <a:moveTo>
                    <a:pt x="0" y="6973823"/>
                  </a:moveTo>
                  <a:lnTo>
                    <a:pt x="494538" y="6973823"/>
                  </a:lnTo>
                </a:path>
                <a:path w="3331845" h="8151495">
                  <a:moveTo>
                    <a:pt x="490347" y="6973823"/>
                  </a:moveTo>
                  <a:lnTo>
                    <a:pt x="787908" y="6973823"/>
                  </a:lnTo>
                </a:path>
                <a:path w="3331845" h="8151495">
                  <a:moveTo>
                    <a:pt x="792099" y="6973823"/>
                  </a:moveTo>
                  <a:lnTo>
                    <a:pt x="1056132" y="6973823"/>
                  </a:lnTo>
                </a:path>
                <a:path w="3331845" h="8151495">
                  <a:moveTo>
                    <a:pt x="1060323" y="6973823"/>
                  </a:moveTo>
                  <a:lnTo>
                    <a:pt x="1324356" y="6973823"/>
                  </a:lnTo>
                </a:path>
                <a:path w="3331845" h="8151495">
                  <a:moveTo>
                    <a:pt x="1324356" y="6973823"/>
                  </a:moveTo>
                  <a:lnTo>
                    <a:pt x="1818894" y="6973823"/>
                  </a:lnTo>
                </a:path>
                <a:path w="3331845" h="8151495">
                  <a:moveTo>
                    <a:pt x="1814703" y="6973823"/>
                  </a:moveTo>
                  <a:lnTo>
                    <a:pt x="2468499" y="6973823"/>
                  </a:lnTo>
                </a:path>
                <a:path w="3331845" h="8151495">
                  <a:moveTo>
                    <a:pt x="2468499" y="6973823"/>
                  </a:moveTo>
                  <a:lnTo>
                    <a:pt x="3327654" y="6973823"/>
                  </a:lnTo>
                </a:path>
                <a:path w="3331845" h="8151495">
                  <a:moveTo>
                    <a:pt x="0" y="6973823"/>
                  </a:moveTo>
                  <a:lnTo>
                    <a:pt x="0" y="7057643"/>
                  </a:lnTo>
                </a:path>
                <a:path w="3331845" h="8151495">
                  <a:moveTo>
                    <a:pt x="490347" y="6973823"/>
                  </a:moveTo>
                  <a:lnTo>
                    <a:pt x="490347" y="7057643"/>
                  </a:lnTo>
                </a:path>
                <a:path w="3331845" h="8151495">
                  <a:moveTo>
                    <a:pt x="787908" y="6973823"/>
                  </a:moveTo>
                  <a:lnTo>
                    <a:pt x="787908" y="7057643"/>
                  </a:lnTo>
                </a:path>
                <a:path w="3331845" h="8151495">
                  <a:moveTo>
                    <a:pt x="1056132" y="6973823"/>
                  </a:moveTo>
                  <a:lnTo>
                    <a:pt x="1056132" y="7057643"/>
                  </a:lnTo>
                </a:path>
                <a:path w="3331845" h="8151495">
                  <a:moveTo>
                    <a:pt x="1324356" y="6973823"/>
                  </a:moveTo>
                  <a:lnTo>
                    <a:pt x="1324356" y="7057643"/>
                  </a:lnTo>
                </a:path>
                <a:path w="3331845" h="8151495">
                  <a:moveTo>
                    <a:pt x="1814703" y="6973823"/>
                  </a:moveTo>
                  <a:lnTo>
                    <a:pt x="1814703" y="7057643"/>
                  </a:lnTo>
                </a:path>
                <a:path w="3331845" h="8151495">
                  <a:moveTo>
                    <a:pt x="2464308" y="6973823"/>
                  </a:moveTo>
                  <a:lnTo>
                    <a:pt x="2464308" y="7057643"/>
                  </a:lnTo>
                </a:path>
                <a:path w="3331845" h="8151495">
                  <a:moveTo>
                    <a:pt x="3327654" y="6973823"/>
                  </a:moveTo>
                  <a:lnTo>
                    <a:pt x="3327654" y="7057643"/>
                  </a:lnTo>
                </a:path>
                <a:path w="3331845" h="8151495">
                  <a:moveTo>
                    <a:pt x="490347" y="7053452"/>
                  </a:moveTo>
                  <a:lnTo>
                    <a:pt x="787908" y="7053452"/>
                  </a:lnTo>
                </a:path>
                <a:path w="3331845" h="8151495">
                  <a:moveTo>
                    <a:pt x="792099" y="7053452"/>
                  </a:moveTo>
                  <a:lnTo>
                    <a:pt x="1056132" y="7053452"/>
                  </a:lnTo>
                </a:path>
                <a:path w="3331845" h="8151495">
                  <a:moveTo>
                    <a:pt x="1060323" y="7053452"/>
                  </a:moveTo>
                  <a:lnTo>
                    <a:pt x="1324356" y="7053452"/>
                  </a:lnTo>
                </a:path>
                <a:path w="3331845" h="8151495">
                  <a:moveTo>
                    <a:pt x="2468499" y="7053452"/>
                  </a:moveTo>
                  <a:lnTo>
                    <a:pt x="3327654" y="7053452"/>
                  </a:lnTo>
                </a:path>
                <a:path w="3331845" h="8151495">
                  <a:moveTo>
                    <a:pt x="0" y="7053452"/>
                  </a:moveTo>
                  <a:lnTo>
                    <a:pt x="0" y="7137272"/>
                  </a:lnTo>
                </a:path>
                <a:path w="3331845" h="8151495">
                  <a:moveTo>
                    <a:pt x="490347" y="7053452"/>
                  </a:moveTo>
                  <a:lnTo>
                    <a:pt x="490347" y="7137272"/>
                  </a:lnTo>
                </a:path>
                <a:path w="3331845" h="8151495">
                  <a:moveTo>
                    <a:pt x="787908" y="7053452"/>
                  </a:moveTo>
                  <a:lnTo>
                    <a:pt x="787908" y="7137272"/>
                  </a:lnTo>
                </a:path>
                <a:path w="3331845" h="8151495">
                  <a:moveTo>
                    <a:pt x="1056132" y="7053452"/>
                  </a:moveTo>
                  <a:lnTo>
                    <a:pt x="1056132" y="7137272"/>
                  </a:lnTo>
                </a:path>
                <a:path w="3331845" h="8151495">
                  <a:moveTo>
                    <a:pt x="1324356" y="7053452"/>
                  </a:moveTo>
                  <a:lnTo>
                    <a:pt x="1324356" y="7137272"/>
                  </a:lnTo>
                </a:path>
                <a:path w="3331845" h="8151495">
                  <a:moveTo>
                    <a:pt x="1814703" y="7053452"/>
                  </a:moveTo>
                  <a:lnTo>
                    <a:pt x="1814703" y="7137272"/>
                  </a:lnTo>
                </a:path>
                <a:path w="3331845" h="8151495">
                  <a:moveTo>
                    <a:pt x="2464308" y="7053452"/>
                  </a:moveTo>
                  <a:lnTo>
                    <a:pt x="2464308" y="7137272"/>
                  </a:lnTo>
                </a:path>
                <a:path w="3331845" h="8151495">
                  <a:moveTo>
                    <a:pt x="3327654" y="7053452"/>
                  </a:moveTo>
                  <a:lnTo>
                    <a:pt x="3327654" y="7137272"/>
                  </a:lnTo>
                </a:path>
                <a:path w="3331845" h="8151495">
                  <a:moveTo>
                    <a:pt x="490347" y="7133081"/>
                  </a:moveTo>
                  <a:lnTo>
                    <a:pt x="787908" y="7133081"/>
                  </a:lnTo>
                </a:path>
                <a:path w="3331845" h="8151495">
                  <a:moveTo>
                    <a:pt x="792099" y="7133081"/>
                  </a:moveTo>
                  <a:lnTo>
                    <a:pt x="1056132" y="7133081"/>
                  </a:lnTo>
                </a:path>
                <a:path w="3331845" h="8151495">
                  <a:moveTo>
                    <a:pt x="1060323" y="7133081"/>
                  </a:moveTo>
                  <a:lnTo>
                    <a:pt x="1324356" y="7133081"/>
                  </a:lnTo>
                </a:path>
                <a:path w="3331845" h="8151495">
                  <a:moveTo>
                    <a:pt x="2468499" y="7133081"/>
                  </a:moveTo>
                  <a:lnTo>
                    <a:pt x="3327654" y="7133081"/>
                  </a:lnTo>
                </a:path>
                <a:path w="3331845" h="8151495">
                  <a:moveTo>
                    <a:pt x="0" y="7133081"/>
                  </a:moveTo>
                  <a:lnTo>
                    <a:pt x="0" y="7216901"/>
                  </a:lnTo>
                </a:path>
                <a:path w="3331845" h="8151495">
                  <a:moveTo>
                    <a:pt x="490347" y="7133081"/>
                  </a:moveTo>
                  <a:lnTo>
                    <a:pt x="490347" y="7216901"/>
                  </a:lnTo>
                </a:path>
                <a:path w="3331845" h="8151495">
                  <a:moveTo>
                    <a:pt x="787908" y="7133081"/>
                  </a:moveTo>
                  <a:lnTo>
                    <a:pt x="787908" y="7216901"/>
                  </a:lnTo>
                </a:path>
                <a:path w="3331845" h="8151495">
                  <a:moveTo>
                    <a:pt x="1056132" y="7133081"/>
                  </a:moveTo>
                  <a:lnTo>
                    <a:pt x="1056132" y="7216901"/>
                  </a:lnTo>
                </a:path>
                <a:path w="3331845" h="8151495">
                  <a:moveTo>
                    <a:pt x="1324356" y="7133081"/>
                  </a:moveTo>
                  <a:lnTo>
                    <a:pt x="1324356" y="7216901"/>
                  </a:lnTo>
                </a:path>
                <a:path w="3331845" h="8151495">
                  <a:moveTo>
                    <a:pt x="1814703" y="7133081"/>
                  </a:moveTo>
                  <a:lnTo>
                    <a:pt x="1814703" y="7216901"/>
                  </a:lnTo>
                </a:path>
                <a:path w="3331845" h="8151495">
                  <a:moveTo>
                    <a:pt x="2464308" y="7133081"/>
                  </a:moveTo>
                  <a:lnTo>
                    <a:pt x="2464308" y="7216901"/>
                  </a:lnTo>
                </a:path>
                <a:path w="3331845" h="8151495">
                  <a:moveTo>
                    <a:pt x="3327654" y="7133081"/>
                  </a:moveTo>
                  <a:lnTo>
                    <a:pt x="3327654" y="7216901"/>
                  </a:lnTo>
                </a:path>
                <a:path w="3331845" h="8151495">
                  <a:moveTo>
                    <a:pt x="0" y="7212710"/>
                  </a:moveTo>
                  <a:lnTo>
                    <a:pt x="494538" y="7212710"/>
                  </a:lnTo>
                </a:path>
                <a:path w="3331845" h="8151495">
                  <a:moveTo>
                    <a:pt x="490347" y="7212710"/>
                  </a:moveTo>
                  <a:lnTo>
                    <a:pt x="787908" y="7212710"/>
                  </a:lnTo>
                </a:path>
                <a:path w="3331845" h="8151495">
                  <a:moveTo>
                    <a:pt x="792099" y="7212710"/>
                  </a:moveTo>
                  <a:lnTo>
                    <a:pt x="1056132" y="7212710"/>
                  </a:lnTo>
                </a:path>
                <a:path w="3331845" h="8151495">
                  <a:moveTo>
                    <a:pt x="1060323" y="7212710"/>
                  </a:moveTo>
                  <a:lnTo>
                    <a:pt x="1324356" y="7212710"/>
                  </a:lnTo>
                </a:path>
                <a:path w="3331845" h="8151495">
                  <a:moveTo>
                    <a:pt x="1324356" y="7212710"/>
                  </a:moveTo>
                  <a:lnTo>
                    <a:pt x="1818894" y="7212710"/>
                  </a:lnTo>
                </a:path>
                <a:path w="3331845" h="8151495">
                  <a:moveTo>
                    <a:pt x="1814703" y="7212710"/>
                  </a:moveTo>
                  <a:lnTo>
                    <a:pt x="2468499" y="7212710"/>
                  </a:lnTo>
                </a:path>
                <a:path w="3331845" h="8151495">
                  <a:moveTo>
                    <a:pt x="2468499" y="7212710"/>
                  </a:moveTo>
                  <a:lnTo>
                    <a:pt x="3327654" y="7212710"/>
                  </a:lnTo>
                </a:path>
                <a:path w="3331845" h="8151495">
                  <a:moveTo>
                    <a:pt x="0" y="7212710"/>
                  </a:moveTo>
                  <a:lnTo>
                    <a:pt x="0" y="7296530"/>
                  </a:lnTo>
                </a:path>
                <a:path w="3331845" h="8151495">
                  <a:moveTo>
                    <a:pt x="490347" y="7212710"/>
                  </a:moveTo>
                  <a:lnTo>
                    <a:pt x="490347" y="7296530"/>
                  </a:lnTo>
                </a:path>
                <a:path w="3331845" h="8151495">
                  <a:moveTo>
                    <a:pt x="787908" y="7212710"/>
                  </a:moveTo>
                  <a:lnTo>
                    <a:pt x="787908" y="7296530"/>
                  </a:lnTo>
                </a:path>
                <a:path w="3331845" h="8151495">
                  <a:moveTo>
                    <a:pt x="1056132" y="7212710"/>
                  </a:moveTo>
                  <a:lnTo>
                    <a:pt x="1056132" y="7296530"/>
                  </a:lnTo>
                </a:path>
                <a:path w="3331845" h="8151495">
                  <a:moveTo>
                    <a:pt x="1324356" y="7212710"/>
                  </a:moveTo>
                  <a:lnTo>
                    <a:pt x="1324356" y="7296530"/>
                  </a:lnTo>
                </a:path>
                <a:path w="3331845" h="8151495">
                  <a:moveTo>
                    <a:pt x="1814703" y="7212710"/>
                  </a:moveTo>
                  <a:lnTo>
                    <a:pt x="1814703" y="7296530"/>
                  </a:lnTo>
                </a:path>
                <a:path w="3331845" h="8151495">
                  <a:moveTo>
                    <a:pt x="2464308" y="7212710"/>
                  </a:moveTo>
                  <a:lnTo>
                    <a:pt x="2464308" y="7296530"/>
                  </a:lnTo>
                </a:path>
                <a:path w="3331845" h="8151495">
                  <a:moveTo>
                    <a:pt x="3327654" y="7212710"/>
                  </a:moveTo>
                  <a:lnTo>
                    <a:pt x="3327654" y="7296530"/>
                  </a:lnTo>
                </a:path>
                <a:path w="3331845" h="8151495">
                  <a:moveTo>
                    <a:pt x="490347" y="7292339"/>
                  </a:moveTo>
                  <a:lnTo>
                    <a:pt x="787908" y="7292339"/>
                  </a:lnTo>
                </a:path>
                <a:path w="3331845" h="8151495">
                  <a:moveTo>
                    <a:pt x="792099" y="7292339"/>
                  </a:moveTo>
                  <a:lnTo>
                    <a:pt x="1056132" y="7292339"/>
                  </a:lnTo>
                </a:path>
                <a:path w="3331845" h="8151495">
                  <a:moveTo>
                    <a:pt x="1060323" y="7292339"/>
                  </a:moveTo>
                  <a:lnTo>
                    <a:pt x="1324356" y="7292339"/>
                  </a:lnTo>
                </a:path>
                <a:path w="3331845" h="8151495">
                  <a:moveTo>
                    <a:pt x="2468499" y="7292339"/>
                  </a:moveTo>
                  <a:lnTo>
                    <a:pt x="3327654" y="7292339"/>
                  </a:lnTo>
                </a:path>
                <a:path w="3331845" h="8151495">
                  <a:moveTo>
                    <a:pt x="0" y="7292339"/>
                  </a:moveTo>
                  <a:lnTo>
                    <a:pt x="0" y="7376159"/>
                  </a:lnTo>
                </a:path>
                <a:path w="3331845" h="8151495">
                  <a:moveTo>
                    <a:pt x="490347" y="7292339"/>
                  </a:moveTo>
                  <a:lnTo>
                    <a:pt x="490347" y="7376159"/>
                  </a:lnTo>
                </a:path>
                <a:path w="3331845" h="8151495">
                  <a:moveTo>
                    <a:pt x="787908" y="7292339"/>
                  </a:moveTo>
                  <a:lnTo>
                    <a:pt x="787908" y="7376159"/>
                  </a:lnTo>
                </a:path>
                <a:path w="3331845" h="8151495">
                  <a:moveTo>
                    <a:pt x="1056132" y="7292339"/>
                  </a:moveTo>
                  <a:lnTo>
                    <a:pt x="1056132" y="7376159"/>
                  </a:lnTo>
                </a:path>
                <a:path w="3331845" h="8151495">
                  <a:moveTo>
                    <a:pt x="1324356" y="7292339"/>
                  </a:moveTo>
                  <a:lnTo>
                    <a:pt x="1324356" y="7376159"/>
                  </a:lnTo>
                </a:path>
                <a:path w="3331845" h="8151495">
                  <a:moveTo>
                    <a:pt x="1814703" y="7292339"/>
                  </a:moveTo>
                  <a:lnTo>
                    <a:pt x="1814703" y="7376159"/>
                  </a:lnTo>
                </a:path>
                <a:path w="3331845" h="8151495">
                  <a:moveTo>
                    <a:pt x="2464308" y="7292339"/>
                  </a:moveTo>
                  <a:lnTo>
                    <a:pt x="2464308" y="7376159"/>
                  </a:lnTo>
                </a:path>
                <a:path w="3331845" h="8151495">
                  <a:moveTo>
                    <a:pt x="3327654" y="7292339"/>
                  </a:moveTo>
                  <a:lnTo>
                    <a:pt x="3327654" y="7376159"/>
                  </a:lnTo>
                </a:path>
                <a:path w="3331845" h="8151495">
                  <a:moveTo>
                    <a:pt x="490347" y="7371968"/>
                  </a:moveTo>
                  <a:lnTo>
                    <a:pt x="787908" y="7371968"/>
                  </a:lnTo>
                </a:path>
                <a:path w="3331845" h="8151495">
                  <a:moveTo>
                    <a:pt x="792099" y="7371968"/>
                  </a:moveTo>
                  <a:lnTo>
                    <a:pt x="1056132" y="7371968"/>
                  </a:lnTo>
                </a:path>
                <a:path w="3331845" h="8151495">
                  <a:moveTo>
                    <a:pt x="1060323" y="7371968"/>
                  </a:moveTo>
                  <a:lnTo>
                    <a:pt x="1324356" y="7371968"/>
                  </a:lnTo>
                </a:path>
                <a:path w="3331845" h="8151495">
                  <a:moveTo>
                    <a:pt x="2468499" y="7371968"/>
                  </a:moveTo>
                  <a:lnTo>
                    <a:pt x="3327654" y="7371968"/>
                  </a:lnTo>
                </a:path>
                <a:path w="3331845" h="8151495">
                  <a:moveTo>
                    <a:pt x="0" y="7371968"/>
                  </a:moveTo>
                  <a:lnTo>
                    <a:pt x="0" y="7455788"/>
                  </a:lnTo>
                </a:path>
                <a:path w="3331845" h="8151495">
                  <a:moveTo>
                    <a:pt x="490347" y="7371968"/>
                  </a:moveTo>
                  <a:lnTo>
                    <a:pt x="490347" y="7455788"/>
                  </a:lnTo>
                </a:path>
                <a:path w="3331845" h="8151495">
                  <a:moveTo>
                    <a:pt x="787908" y="7371968"/>
                  </a:moveTo>
                  <a:lnTo>
                    <a:pt x="787908" y="7455788"/>
                  </a:lnTo>
                </a:path>
                <a:path w="3331845" h="8151495">
                  <a:moveTo>
                    <a:pt x="1056132" y="7371968"/>
                  </a:moveTo>
                  <a:lnTo>
                    <a:pt x="1056132" y="7455788"/>
                  </a:lnTo>
                </a:path>
                <a:path w="3331845" h="8151495">
                  <a:moveTo>
                    <a:pt x="1324356" y="7371968"/>
                  </a:moveTo>
                  <a:lnTo>
                    <a:pt x="1324356" y="7455788"/>
                  </a:lnTo>
                </a:path>
                <a:path w="3331845" h="8151495">
                  <a:moveTo>
                    <a:pt x="1814703" y="7371968"/>
                  </a:moveTo>
                  <a:lnTo>
                    <a:pt x="1814703" y="7455788"/>
                  </a:lnTo>
                </a:path>
                <a:path w="3331845" h="8151495">
                  <a:moveTo>
                    <a:pt x="2464308" y="7371968"/>
                  </a:moveTo>
                  <a:lnTo>
                    <a:pt x="2464308" y="7455788"/>
                  </a:lnTo>
                </a:path>
                <a:path w="3331845" h="8151495">
                  <a:moveTo>
                    <a:pt x="3327654" y="7371968"/>
                  </a:moveTo>
                  <a:lnTo>
                    <a:pt x="3327654" y="7455788"/>
                  </a:lnTo>
                </a:path>
                <a:path w="3331845" h="8151495">
                  <a:moveTo>
                    <a:pt x="0" y="7451597"/>
                  </a:moveTo>
                  <a:lnTo>
                    <a:pt x="494538" y="7451597"/>
                  </a:lnTo>
                </a:path>
                <a:path w="3331845" h="8151495">
                  <a:moveTo>
                    <a:pt x="490347" y="7451597"/>
                  </a:moveTo>
                  <a:lnTo>
                    <a:pt x="787908" y="7451597"/>
                  </a:lnTo>
                </a:path>
                <a:path w="3331845" h="8151495">
                  <a:moveTo>
                    <a:pt x="792099" y="7451597"/>
                  </a:moveTo>
                  <a:lnTo>
                    <a:pt x="1056132" y="7451597"/>
                  </a:lnTo>
                </a:path>
                <a:path w="3331845" h="8151495">
                  <a:moveTo>
                    <a:pt x="1060323" y="7451597"/>
                  </a:moveTo>
                  <a:lnTo>
                    <a:pt x="1324356" y="7451597"/>
                  </a:lnTo>
                </a:path>
                <a:path w="3331845" h="8151495">
                  <a:moveTo>
                    <a:pt x="1324356" y="7451597"/>
                  </a:moveTo>
                  <a:lnTo>
                    <a:pt x="1818894" y="7451597"/>
                  </a:lnTo>
                </a:path>
                <a:path w="3331845" h="8151495">
                  <a:moveTo>
                    <a:pt x="1814703" y="7451597"/>
                  </a:moveTo>
                  <a:lnTo>
                    <a:pt x="2468499" y="7451597"/>
                  </a:lnTo>
                </a:path>
                <a:path w="3331845" h="8151495">
                  <a:moveTo>
                    <a:pt x="2468499" y="7451597"/>
                  </a:moveTo>
                  <a:lnTo>
                    <a:pt x="3327654" y="7451597"/>
                  </a:lnTo>
                </a:path>
                <a:path w="3331845" h="8151495">
                  <a:moveTo>
                    <a:pt x="0" y="7451597"/>
                  </a:moveTo>
                  <a:lnTo>
                    <a:pt x="0" y="7531226"/>
                  </a:lnTo>
                </a:path>
                <a:path w="3331845" h="8151495">
                  <a:moveTo>
                    <a:pt x="490347" y="7451597"/>
                  </a:moveTo>
                  <a:lnTo>
                    <a:pt x="490347" y="7531226"/>
                  </a:lnTo>
                </a:path>
                <a:path w="3331845" h="8151495">
                  <a:moveTo>
                    <a:pt x="787908" y="7451597"/>
                  </a:moveTo>
                  <a:lnTo>
                    <a:pt x="787908" y="7531226"/>
                  </a:lnTo>
                </a:path>
                <a:path w="3331845" h="8151495">
                  <a:moveTo>
                    <a:pt x="1056132" y="7451597"/>
                  </a:moveTo>
                  <a:lnTo>
                    <a:pt x="1056132" y="7531226"/>
                  </a:lnTo>
                </a:path>
                <a:path w="3331845" h="8151495">
                  <a:moveTo>
                    <a:pt x="1324356" y="7451597"/>
                  </a:moveTo>
                  <a:lnTo>
                    <a:pt x="1324356" y="7531226"/>
                  </a:lnTo>
                </a:path>
                <a:path w="3331845" h="8151495">
                  <a:moveTo>
                    <a:pt x="1814703" y="7451597"/>
                  </a:moveTo>
                  <a:lnTo>
                    <a:pt x="1814703" y="7531226"/>
                  </a:lnTo>
                </a:path>
                <a:path w="3331845" h="8151495">
                  <a:moveTo>
                    <a:pt x="2464308" y="7451597"/>
                  </a:moveTo>
                  <a:lnTo>
                    <a:pt x="2464308" y="7531226"/>
                  </a:lnTo>
                </a:path>
                <a:path w="3331845" h="8151495">
                  <a:moveTo>
                    <a:pt x="3327654" y="7451597"/>
                  </a:moveTo>
                  <a:lnTo>
                    <a:pt x="3327654" y="7531226"/>
                  </a:lnTo>
                </a:path>
                <a:path w="3331845" h="8151495">
                  <a:moveTo>
                    <a:pt x="490347" y="7527035"/>
                  </a:moveTo>
                  <a:lnTo>
                    <a:pt x="787908" y="7527035"/>
                  </a:lnTo>
                </a:path>
                <a:path w="3331845" h="8151495">
                  <a:moveTo>
                    <a:pt x="792099" y="7527035"/>
                  </a:moveTo>
                  <a:lnTo>
                    <a:pt x="1056132" y="7527035"/>
                  </a:lnTo>
                </a:path>
                <a:path w="3331845" h="8151495">
                  <a:moveTo>
                    <a:pt x="1060323" y="7527035"/>
                  </a:moveTo>
                  <a:lnTo>
                    <a:pt x="1324356" y="7527035"/>
                  </a:lnTo>
                </a:path>
                <a:path w="3331845" h="8151495">
                  <a:moveTo>
                    <a:pt x="2468499" y="7527035"/>
                  </a:moveTo>
                  <a:lnTo>
                    <a:pt x="3327654" y="7527035"/>
                  </a:lnTo>
                </a:path>
                <a:path w="3331845" h="8151495">
                  <a:moveTo>
                    <a:pt x="0" y="7527035"/>
                  </a:moveTo>
                  <a:lnTo>
                    <a:pt x="0" y="7610855"/>
                  </a:lnTo>
                </a:path>
                <a:path w="3331845" h="8151495">
                  <a:moveTo>
                    <a:pt x="490347" y="7527035"/>
                  </a:moveTo>
                  <a:lnTo>
                    <a:pt x="490347" y="7610855"/>
                  </a:lnTo>
                </a:path>
                <a:path w="3331845" h="8151495">
                  <a:moveTo>
                    <a:pt x="787908" y="7527035"/>
                  </a:moveTo>
                  <a:lnTo>
                    <a:pt x="787908" y="7610855"/>
                  </a:lnTo>
                </a:path>
                <a:path w="3331845" h="8151495">
                  <a:moveTo>
                    <a:pt x="1056132" y="7527035"/>
                  </a:moveTo>
                  <a:lnTo>
                    <a:pt x="1056132" y="7610855"/>
                  </a:lnTo>
                </a:path>
                <a:path w="3331845" h="8151495">
                  <a:moveTo>
                    <a:pt x="1324356" y="7527035"/>
                  </a:moveTo>
                  <a:lnTo>
                    <a:pt x="1324356" y="7610855"/>
                  </a:lnTo>
                </a:path>
                <a:path w="3331845" h="8151495">
                  <a:moveTo>
                    <a:pt x="1814703" y="7527035"/>
                  </a:moveTo>
                  <a:lnTo>
                    <a:pt x="1814703" y="7610855"/>
                  </a:lnTo>
                </a:path>
                <a:path w="3331845" h="8151495">
                  <a:moveTo>
                    <a:pt x="2464308" y="7527035"/>
                  </a:moveTo>
                  <a:lnTo>
                    <a:pt x="2464308" y="7610855"/>
                  </a:lnTo>
                </a:path>
                <a:path w="3331845" h="8151495">
                  <a:moveTo>
                    <a:pt x="3327654" y="7527035"/>
                  </a:moveTo>
                  <a:lnTo>
                    <a:pt x="3327654" y="7610855"/>
                  </a:lnTo>
                </a:path>
                <a:path w="3331845" h="8151495">
                  <a:moveTo>
                    <a:pt x="490347" y="7606664"/>
                  </a:moveTo>
                  <a:lnTo>
                    <a:pt x="787908" y="7606664"/>
                  </a:lnTo>
                </a:path>
                <a:path w="3331845" h="8151495">
                  <a:moveTo>
                    <a:pt x="792099" y="7606664"/>
                  </a:moveTo>
                  <a:lnTo>
                    <a:pt x="1056132" y="7606664"/>
                  </a:lnTo>
                </a:path>
                <a:path w="3331845" h="8151495">
                  <a:moveTo>
                    <a:pt x="1060323" y="7606664"/>
                  </a:moveTo>
                  <a:lnTo>
                    <a:pt x="1324356" y="7606664"/>
                  </a:lnTo>
                </a:path>
                <a:path w="3331845" h="8151495">
                  <a:moveTo>
                    <a:pt x="2468499" y="7606664"/>
                  </a:moveTo>
                  <a:lnTo>
                    <a:pt x="3327654" y="7606664"/>
                  </a:lnTo>
                </a:path>
                <a:path w="3331845" h="8151495">
                  <a:moveTo>
                    <a:pt x="0" y="7606664"/>
                  </a:moveTo>
                  <a:lnTo>
                    <a:pt x="0" y="7690484"/>
                  </a:lnTo>
                </a:path>
                <a:path w="3331845" h="8151495">
                  <a:moveTo>
                    <a:pt x="490347" y="7606664"/>
                  </a:moveTo>
                  <a:lnTo>
                    <a:pt x="490347" y="7690484"/>
                  </a:lnTo>
                </a:path>
                <a:path w="3331845" h="8151495">
                  <a:moveTo>
                    <a:pt x="787908" y="7606664"/>
                  </a:moveTo>
                  <a:lnTo>
                    <a:pt x="787908" y="7690484"/>
                  </a:lnTo>
                </a:path>
                <a:path w="3331845" h="8151495">
                  <a:moveTo>
                    <a:pt x="1056132" y="7606664"/>
                  </a:moveTo>
                  <a:lnTo>
                    <a:pt x="1056132" y="7690484"/>
                  </a:lnTo>
                </a:path>
                <a:path w="3331845" h="8151495">
                  <a:moveTo>
                    <a:pt x="1324356" y="7606664"/>
                  </a:moveTo>
                  <a:lnTo>
                    <a:pt x="1324356" y="7690484"/>
                  </a:lnTo>
                </a:path>
                <a:path w="3331845" h="8151495">
                  <a:moveTo>
                    <a:pt x="1814703" y="7606664"/>
                  </a:moveTo>
                  <a:lnTo>
                    <a:pt x="1814703" y="7690484"/>
                  </a:lnTo>
                </a:path>
                <a:path w="3331845" h="8151495">
                  <a:moveTo>
                    <a:pt x="2464308" y="7606664"/>
                  </a:moveTo>
                  <a:lnTo>
                    <a:pt x="2464308" y="7690484"/>
                  </a:lnTo>
                </a:path>
                <a:path w="3331845" h="8151495">
                  <a:moveTo>
                    <a:pt x="3327654" y="7606664"/>
                  </a:moveTo>
                  <a:lnTo>
                    <a:pt x="3327654" y="7690484"/>
                  </a:lnTo>
                </a:path>
                <a:path w="3331845" h="8151495">
                  <a:moveTo>
                    <a:pt x="0" y="7686293"/>
                  </a:moveTo>
                  <a:lnTo>
                    <a:pt x="494538" y="7686293"/>
                  </a:lnTo>
                </a:path>
                <a:path w="3331845" h="8151495">
                  <a:moveTo>
                    <a:pt x="490347" y="7686293"/>
                  </a:moveTo>
                  <a:lnTo>
                    <a:pt x="787908" y="7686293"/>
                  </a:lnTo>
                </a:path>
                <a:path w="3331845" h="8151495">
                  <a:moveTo>
                    <a:pt x="792099" y="7686293"/>
                  </a:moveTo>
                  <a:lnTo>
                    <a:pt x="1056132" y="7686293"/>
                  </a:lnTo>
                </a:path>
                <a:path w="3331845" h="8151495">
                  <a:moveTo>
                    <a:pt x="1324356" y="7686293"/>
                  </a:moveTo>
                  <a:lnTo>
                    <a:pt x="1818894" y="7686293"/>
                  </a:lnTo>
                </a:path>
                <a:path w="3331845" h="8151495">
                  <a:moveTo>
                    <a:pt x="1814703" y="7686293"/>
                  </a:moveTo>
                  <a:lnTo>
                    <a:pt x="2468499" y="7686293"/>
                  </a:lnTo>
                </a:path>
                <a:path w="3331845" h="8151495">
                  <a:moveTo>
                    <a:pt x="2468499" y="7686293"/>
                  </a:moveTo>
                  <a:lnTo>
                    <a:pt x="3327654" y="7686293"/>
                  </a:lnTo>
                </a:path>
                <a:path w="3331845" h="8151495">
                  <a:moveTo>
                    <a:pt x="0" y="7686293"/>
                  </a:moveTo>
                  <a:lnTo>
                    <a:pt x="0" y="7770113"/>
                  </a:lnTo>
                </a:path>
                <a:path w="3331845" h="8151495">
                  <a:moveTo>
                    <a:pt x="490347" y="7686293"/>
                  </a:moveTo>
                  <a:lnTo>
                    <a:pt x="490347" y="7770113"/>
                  </a:lnTo>
                </a:path>
                <a:path w="3331845" h="8151495">
                  <a:moveTo>
                    <a:pt x="787908" y="7686293"/>
                  </a:moveTo>
                  <a:lnTo>
                    <a:pt x="787908" y="7770113"/>
                  </a:lnTo>
                </a:path>
                <a:path w="3331845" h="8151495">
                  <a:moveTo>
                    <a:pt x="1056132" y="7686293"/>
                  </a:moveTo>
                  <a:lnTo>
                    <a:pt x="1056132" y="7770113"/>
                  </a:lnTo>
                </a:path>
                <a:path w="3331845" h="8151495">
                  <a:moveTo>
                    <a:pt x="1324356" y="7686293"/>
                  </a:moveTo>
                  <a:lnTo>
                    <a:pt x="1324356" y="7770113"/>
                  </a:lnTo>
                </a:path>
                <a:path w="3331845" h="8151495">
                  <a:moveTo>
                    <a:pt x="1814703" y="7686293"/>
                  </a:moveTo>
                  <a:lnTo>
                    <a:pt x="1814703" y="7770113"/>
                  </a:lnTo>
                </a:path>
                <a:path w="3331845" h="8151495">
                  <a:moveTo>
                    <a:pt x="2464308" y="7686293"/>
                  </a:moveTo>
                  <a:lnTo>
                    <a:pt x="2464308" y="7770113"/>
                  </a:lnTo>
                </a:path>
                <a:path w="3331845" h="8151495">
                  <a:moveTo>
                    <a:pt x="3327654" y="7686293"/>
                  </a:moveTo>
                  <a:lnTo>
                    <a:pt x="3327654" y="7770113"/>
                  </a:lnTo>
                </a:path>
                <a:path w="3331845" h="8151495">
                  <a:moveTo>
                    <a:pt x="490347" y="7765922"/>
                  </a:moveTo>
                  <a:lnTo>
                    <a:pt x="787908" y="7765922"/>
                  </a:lnTo>
                </a:path>
                <a:path w="3331845" h="8151495">
                  <a:moveTo>
                    <a:pt x="792099" y="7765922"/>
                  </a:moveTo>
                  <a:lnTo>
                    <a:pt x="1056132" y="7765922"/>
                  </a:lnTo>
                </a:path>
                <a:path w="3331845" h="8151495">
                  <a:moveTo>
                    <a:pt x="1060323" y="7765922"/>
                  </a:moveTo>
                  <a:lnTo>
                    <a:pt x="1324356" y="7765922"/>
                  </a:lnTo>
                </a:path>
                <a:path w="3331845" h="8151495">
                  <a:moveTo>
                    <a:pt x="2468499" y="7765922"/>
                  </a:moveTo>
                  <a:lnTo>
                    <a:pt x="3327654" y="7765922"/>
                  </a:lnTo>
                </a:path>
                <a:path w="3331845" h="8151495">
                  <a:moveTo>
                    <a:pt x="0" y="7765922"/>
                  </a:moveTo>
                  <a:lnTo>
                    <a:pt x="0" y="7849742"/>
                  </a:lnTo>
                </a:path>
                <a:path w="3331845" h="8151495">
                  <a:moveTo>
                    <a:pt x="490347" y="7765922"/>
                  </a:moveTo>
                  <a:lnTo>
                    <a:pt x="490347" y="7849742"/>
                  </a:lnTo>
                </a:path>
                <a:path w="3331845" h="8151495">
                  <a:moveTo>
                    <a:pt x="787908" y="7765922"/>
                  </a:moveTo>
                  <a:lnTo>
                    <a:pt x="787908" y="7849742"/>
                  </a:lnTo>
                </a:path>
                <a:path w="3331845" h="8151495">
                  <a:moveTo>
                    <a:pt x="1056132" y="7765922"/>
                  </a:moveTo>
                  <a:lnTo>
                    <a:pt x="1056132" y="7849742"/>
                  </a:lnTo>
                </a:path>
                <a:path w="3331845" h="8151495">
                  <a:moveTo>
                    <a:pt x="1324356" y="7765922"/>
                  </a:moveTo>
                  <a:lnTo>
                    <a:pt x="1324356" y="7849742"/>
                  </a:lnTo>
                </a:path>
                <a:path w="3331845" h="8151495">
                  <a:moveTo>
                    <a:pt x="1814703" y="7765922"/>
                  </a:moveTo>
                  <a:lnTo>
                    <a:pt x="1814703" y="7849742"/>
                  </a:lnTo>
                </a:path>
                <a:path w="3331845" h="8151495">
                  <a:moveTo>
                    <a:pt x="2464308" y="7765922"/>
                  </a:moveTo>
                  <a:lnTo>
                    <a:pt x="2464308" y="7849742"/>
                  </a:lnTo>
                </a:path>
                <a:path w="3331845" h="8151495">
                  <a:moveTo>
                    <a:pt x="3327654" y="7765922"/>
                  </a:moveTo>
                  <a:lnTo>
                    <a:pt x="3327654" y="7849742"/>
                  </a:lnTo>
                </a:path>
                <a:path w="3331845" h="8151495">
                  <a:moveTo>
                    <a:pt x="490347" y="7845551"/>
                  </a:moveTo>
                  <a:lnTo>
                    <a:pt x="787908" y="7845551"/>
                  </a:lnTo>
                </a:path>
                <a:path w="3331845" h="8151495">
                  <a:moveTo>
                    <a:pt x="792099" y="7845551"/>
                  </a:moveTo>
                  <a:lnTo>
                    <a:pt x="1056132" y="7845551"/>
                  </a:lnTo>
                </a:path>
                <a:path w="3331845" h="8151495">
                  <a:moveTo>
                    <a:pt x="1060323" y="7845551"/>
                  </a:moveTo>
                  <a:lnTo>
                    <a:pt x="1324356" y="7845551"/>
                  </a:lnTo>
                </a:path>
                <a:path w="3331845" h="8151495">
                  <a:moveTo>
                    <a:pt x="2468499" y="7845551"/>
                  </a:moveTo>
                  <a:lnTo>
                    <a:pt x="3327654" y="7845551"/>
                  </a:lnTo>
                </a:path>
                <a:path w="3331845" h="8151495">
                  <a:moveTo>
                    <a:pt x="0" y="7845551"/>
                  </a:moveTo>
                  <a:lnTo>
                    <a:pt x="0" y="7929371"/>
                  </a:lnTo>
                </a:path>
                <a:path w="3331845" h="8151495">
                  <a:moveTo>
                    <a:pt x="490347" y="7845551"/>
                  </a:moveTo>
                  <a:lnTo>
                    <a:pt x="490347" y="7929371"/>
                  </a:lnTo>
                </a:path>
                <a:path w="3331845" h="8151495">
                  <a:moveTo>
                    <a:pt x="787908" y="7845551"/>
                  </a:moveTo>
                  <a:lnTo>
                    <a:pt x="787908" y="7929371"/>
                  </a:lnTo>
                </a:path>
                <a:path w="3331845" h="8151495">
                  <a:moveTo>
                    <a:pt x="1056132" y="7845551"/>
                  </a:moveTo>
                  <a:lnTo>
                    <a:pt x="1056132" y="7929371"/>
                  </a:lnTo>
                </a:path>
                <a:path w="3331845" h="8151495">
                  <a:moveTo>
                    <a:pt x="1324356" y="7845551"/>
                  </a:moveTo>
                  <a:lnTo>
                    <a:pt x="1324356" y="7929371"/>
                  </a:lnTo>
                </a:path>
                <a:path w="3331845" h="8151495">
                  <a:moveTo>
                    <a:pt x="1814703" y="7845551"/>
                  </a:moveTo>
                  <a:lnTo>
                    <a:pt x="1814703" y="7929371"/>
                  </a:lnTo>
                </a:path>
                <a:path w="3331845" h="8151495">
                  <a:moveTo>
                    <a:pt x="2464308" y="7845551"/>
                  </a:moveTo>
                  <a:lnTo>
                    <a:pt x="2464308" y="7929371"/>
                  </a:lnTo>
                </a:path>
                <a:path w="3331845" h="8151495">
                  <a:moveTo>
                    <a:pt x="3327654" y="7845551"/>
                  </a:moveTo>
                  <a:lnTo>
                    <a:pt x="3327654" y="7929371"/>
                  </a:lnTo>
                </a:path>
                <a:path w="3331845" h="8151495">
                  <a:moveTo>
                    <a:pt x="490347" y="7925180"/>
                  </a:moveTo>
                  <a:lnTo>
                    <a:pt x="787908" y="7925180"/>
                  </a:lnTo>
                </a:path>
                <a:path w="3331845" h="8151495">
                  <a:moveTo>
                    <a:pt x="792099" y="7925180"/>
                  </a:moveTo>
                  <a:lnTo>
                    <a:pt x="1056132" y="7925180"/>
                  </a:lnTo>
                </a:path>
                <a:path w="3331845" h="8151495">
                  <a:moveTo>
                    <a:pt x="1060323" y="7925180"/>
                  </a:moveTo>
                  <a:lnTo>
                    <a:pt x="1324356" y="7925180"/>
                  </a:lnTo>
                </a:path>
                <a:path w="3331845" h="8151495">
                  <a:moveTo>
                    <a:pt x="2468499" y="7925180"/>
                  </a:moveTo>
                  <a:lnTo>
                    <a:pt x="3327654" y="7925180"/>
                  </a:lnTo>
                </a:path>
                <a:path w="3331845" h="8151495">
                  <a:moveTo>
                    <a:pt x="0" y="7925180"/>
                  </a:moveTo>
                  <a:lnTo>
                    <a:pt x="0" y="8009000"/>
                  </a:lnTo>
                </a:path>
                <a:path w="3331845" h="8151495">
                  <a:moveTo>
                    <a:pt x="490347" y="7925180"/>
                  </a:moveTo>
                  <a:lnTo>
                    <a:pt x="490347" y="8009000"/>
                  </a:lnTo>
                </a:path>
                <a:path w="3331845" h="8151495">
                  <a:moveTo>
                    <a:pt x="787908" y="7925180"/>
                  </a:moveTo>
                  <a:lnTo>
                    <a:pt x="787908" y="8009000"/>
                  </a:lnTo>
                </a:path>
                <a:path w="3331845" h="8151495">
                  <a:moveTo>
                    <a:pt x="1056132" y="7925180"/>
                  </a:moveTo>
                  <a:lnTo>
                    <a:pt x="1056132" y="8009000"/>
                  </a:lnTo>
                </a:path>
                <a:path w="3331845" h="8151495">
                  <a:moveTo>
                    <a:pt x="1324356" y="7925180"/>
                  </a:moveTo>
                  <a:lnTo>
                    <a:pt x="1324356" y="8009000"/>
                  </a:lnTo>
                </a:path>
                <a:path w="3331845" h="8151495">
                  <a:moveTo>
                    <a:pt x="1814703" y="7925180"/>
                  </a:moveTo>
                  <a:lnTo>
                    <a:pt x="1814703" y="8009000"/>
                  </a:lnTo>
                </a:path>
                <a:path w="3331845" h="8151495">
                  <a:moveTo>
                    <a:pt x="2464308" y="7925180"/>
                  </a:moveTo>
                  <a:lnTo>
                    <a:pt x="2464308" y="8009000"/>
                  </a:lnTo>
                </a:path>
                <a:path w="3331845" h="8151495">
                  <a:moveTo>
                    <a:pt x="3327654" y="7925180"/>
                  </a:moveTo>
                  <a:lnTo>
                    <a:pt x="3327654" y="8009000"/>
                  </a:lnTo>
                </a:path>
                <a:path w="3331845" h="8151495">
                  <a:moveTo>
                    <a:pt x="0" y="8004809"/>
                  </a:moveTo>
                  <a:lnTo>
                    <a:pt x="494538" y="8004809"/>
                  </a:lnTo>
                </a:path>
                <a:path w="3331845" h="8151495">
                  <a:moveTo>
                    <a:pt x="490347" y="8004809"/>
                  </a:moveTo>
                  <a:lnTo>
                    <a:pt x="787908" y="8004809"/>
                  </a:lnTo>
                </a:path>
                <a:path w="3331845" h="8151495">
                  <a:moveTo>
                    <a:pt x="792099" y="8004809"/>
                  </a:moveTo>
                  <a:lnTo>
                    <a:pt x="1056132" y="8004809"/>
                  </a:lnTo>
                </a:path>
                <a:path w="3331845" h="8151495">
                  <a:moveTo>
                    <a:pt x="1060323" y="8004809"/>
                  </a:moveTo>
                  <a:lnTo>
                    <a:pt x="1324356" y="8004809"/>
                  </a:lnTo>
                </a:path>
                <a:path w="3331845" h="8151495">
                  <a:moveTo>
                    <a:pt x="1324356" y="8004809"/>
                  </a:moveTo>
                  <a:lnTo>
                    <a:pt x="1818894" y="8004809"/>
                  </a:lnTo>
                </a:path>
                <a:path w="3331845" h="8151495">
                  <a:moveTo>
                    <a:pt x="1814703" y="8004809"/>
                  </a:moveTo>
                  <a:lnTo>
                    <a:pt x="2468499" y="8004809"/>
                  </a:lnTo>
                </a:path>
                <a:path w="3331845" h="8151495">
                  <a:moveTo>
                    <a:pt x="2468499" y="8004809"/>
                  </a:moveTo>
                  <a:lnTo>
                    <a:pt x="3327654" y="8004809"/>
                  </a:lnTo>
                </a:path>
                <a:path w="3331845" h="8151495">
                  <a:moveTo>
                    <a:pt x="0" y="8004809"/>
                  </a:moveTo>
                  <a:lnTo>
                    <a:pt x="0" y="8088629"/>
                  </a:lnTo>
                </a:path>
                <a:path w="3331845" h="8151495">
                  <a:moveTo>
                    <a:pt x="490347" y="8004809"/>
                  </a:moveTo>
                  <a:lnTo>
                    <a:pt x="490347" y="8088629"/>
                  </a:lnTo>
                </a:path>
                <a:path w="3331845" h="8151495">
                  <a:moveTo>
                    <a:pt x="787908" y="8004809"/>
                  </a:moveTo>
                  <a:lnTo>
                    <a:pt x="787908" y="8088629"/>
                  </a:lnTo>
                </a:path>
                <a:path w="3331845" h="8151495">
                  <a:moveTo>
                    <a:pt x="1056132" y="8004809"/>
                  </a:moveTo>
                  <a:lnTo>
                    <a:pt x="1056132" y="8088629"/>
                  </a:lnTo>
                </a:path>
                <a:path w="3331845" h="8151495">
                  <a:moveTo>
                    <a:pt x="1324356" y="8004809"/>
                  </a:moveTo>
                  <a:lnTo>
                    <a:pt x="1324356" y="8088629"/>
                  </a:lnTo>
                </a:path>
                <a:path w="3331845" h="8151495">
                  <a:moveTo>
                    <a:pt x="1814703" y="8004809"/>
                  </a:moveTo>
                  <a:lnTo>
                    <a:pt x="1814703" y="8088629"/>
                  </a:lnTo>
                </a:path>
                <a:path w="3331845" h="8151495">
                  <a:moveTo>
                    <a:pt x="2464308" y="8004809"/>
                  </a:moveTo>
                  <a:lnTo>
                    <a:pt x="2464308" y="8088629"/>
                  </a:lnTo>
                </a:path>
                <a:path w="3331845" h="8151495">
                  <a:moveTo>
                    <a:pt x="3327654" y="8004809"/>
                  </a:moveTo>
                  <a:lnTo>
                    <a:pt x="3327654" y="8088629"/>
                  </a:lnTo>
                </a:path>
                <a:path w="3331845" h="8151495">
                  <a:moveTo>
                    <a:pt x="490347" y="8084438"/>
                  </a:moveTo>
                  <a:lnTo>
                    <a:pt x="787908" y="8084438"/>
                  </a:lnTo>
                </a:path>
                <a:path w="3331845" h="8151495">
                  <a:moveTo>
                    <a:pt x="792099" y="8084438"/>
                  </a:moveTo>
                  <a:lnTo>
                    <a:pt x="1056132" y="8084438"/>
                  </a:lnTo>
                </a:path>
                <a:path w="3331845" h="8151495">
                  <a:moveTo>
                    <a:pt x="1060323" y="8084438"/>
                  </a:moveTo>
                  <a:lnTo>
                    <a:pt x="1324356" y="8084438"/>
                  </a:lnTo>
                </a:path>
                <a:path w="3331845" h="8151495">
                  <a:moveTo>
                    <a:pt x="2468499" y="8084438"/>
                  </a:moveTo>
                  <a:lnTo>
                    <a:pt x="3327654" y="8084438"/>
                  </a:lnTo>
                </a:path>
                <a:path w="3331845" h="8151495">
                  <a:moveTo>
                    <a:pt x="0" y="8084438"/>
                  </a:moveTo>
                  <a:lnTo>
                    <a:pt x="0" y="8151495"/>
                  </a:lnTo>
                </a:path>
                <a:path w="3331845" h="8151495">
                  <a:moveTo>
                    <a:pt x="490347" y="8084438"/>
                  </a:moveTo>
                  <a:lnTo>
                    <a:pt x="490347" y="8151495"/>
                  </a:lnTo>
                </a:path>
                <a:path w="3331845" h="8151495">
                  <a:moveTo>
                    <a:pt x="787908" y="8084438"/>
                  </a:moveTo>
                  <a:lnTo>
                    <a:pt x="787908" y="8151495"/>
                  </a:lnTo>
                </a:path>
                <a:path w="3331845" h="8151495">
                  <a:moveTo>
                    <a:pt x="1056132" y="8084438"/>
                  </a:moveTo>
                  <a:lnTo>
                    <a:pt x="1056132" y="8151495"/>
                  </a:lnTo>
                </a:path>
                <a:path w="3331845" h="8151495">
                  <a:moveTo>
                    <a:pt x="1324356" y="8084438"/>
                  </a:moveTo>
                  <a:lnTo>
                    <a:pt x="1324356" y="8151495"/>
                  </a:lnTo>
                </a:path>
                <a:path w="3331845" h="8151495">
                  <a:moveTo>
                    <a:pt x="1814703" y="8084438"/>
                  </a:moveTo>
                  <a:lnTo>
                    <a:pt x="1814703" y="8151495"/>
                  </a:lnTo>
                </a:path>
                <a:path w="3331845" h="8151495">
                  <a:moveTo>
                    <a:pt x="2464308" y="8084438"/>
                  </a:moveTo>
                  <a:lnTo>
                    <a:pt x="2464308" y="8151495"/>
                  </a:lnTo>
                </a:path>
                <a:path w="3331845" h="8151495">
                  <a:moveTo>
                    <a:pt x="3327654" y="8084438"/>
                  </a:moveTo>
                  <a:lnTo>
                    <a:pt x="3327654" y="8151495"/>
                  </a:lnTo>
                </a:path>
              </a:pathLst>
            </a:custGeom>
            <a:ln w="41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35983" y="1160906"/>
          <a:ext cx="1919605" cy="8679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2255"/>
                <a:gridCol w="262255"/>
                <a:gridCol w="262255"/>
                <a:gridCol w="262255"/>
                <a:gridCol w="262255"/>
                <a:gridCol w="262255"/>
                <a:gridCol w="262255"/>
              </a:tblGrid>
              <a:tr h="6223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15240" indent="60960">
                        <a:lnSpc>
                          <a:spcPct val="113500"/>
                        </a:lnSpc>
                      </a:pPr>
                      <a:r>
                        <a:rPr dirty="0" sz="450" spc="-2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dirty="0" sz="45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450" spc="-10">
                          <a:latin typeface="Times New Roman"/>
                          <a:cs typeface="Times New Roman"/>
                        </a:rPr>
                        <a:t>czynności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algn="just" marL="23495" marR="3810" indent="10160">
                        <a:lnSpc>
                          <a:spcPct val="113500"/>
                        </a:lnSpc>
                      </a:pPr>
                      <a:r>
                        <a:rPr dirty="0" sz="450" spc="-10">
                          <a:latin typeface="Times New Roman"/>
                          <a:cs typeface="Times New Roman"/>
                        </a:rPr>
                        <a:t>Godzina</a:t>
                      </a:r>
                      <a:r>
                        <a:rPr dirty="0" sz="45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450" spc="-10">
                          <a:latin typeface="Times New Roman"/>
                          <a:cs typeface="Times New Roman"/>
                        </a:rPr>
                        <a:t>rozpoczę</a:t>
                      </a:r>
                      <a:r>
                        <a:rPr dirty="0" sz="45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450">
                          <a:latin typeface="Times New Roman"/>
                          <a:cs typeface="Times New Roman"/>
                        </a:rPr>
                        <a:t>cia</a:t>
                      </a:r>
                      <a:r>
                        <a:rPr dirty="0" sz="450" spc="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450" spc="-10">
                          <a:latin typeface="Times New Roman"/>
                          <a:cs typeface="Times New Roman"/>
                        </a:rPr>
                        <a:t>pracy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algn="just" marL="21590" marR="3810" indent="12065">
                        <a:lnSpc>
                          <a:spcPct val="113500"/>
                        </a:lnSpc>
                      </a:pPr>
                      <a:r>
                        <a:rPr dirty="0" sz="450" spc="-10">
                          <a:latin typeface="Times New Roman"/>
                          <a:cs typeface="Times New Roman"/>
                        </a:rPr>
                        <a:t>Godzina</a:t>
                      </a:r>
                      <a:r>
                        <a:rPr dirty="0" sz="45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450" spc="-10">
                          <a:latin typeface="Times New Roman"/>
                          <a:cs typeface="Times New Roman"/>
                        </a:rPr>
                        <a:t>zakończe</a:t>
                      </a:r>
                      <a:r>
                        <a:rPr dirty="0" sz="45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450">
                          <a:latin typeface="Times New Roman"/>
                          <a:cs typeface="Times New Roman"/>
                        </a:rPr>
                        <a:t>nia</a:t>
                      </a:r>
                      <a:r>
                        <a:rPr dirty="0" sz="450" spc="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450" spc="-10">
                          <a:latin typeface="Times New Roman"/>
                          <a:cs typeface="Times New Roman"/>
                        </a:rPr>
                        <a:t>pracy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438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450" spc="-10">
                          <a:latin typeface="Times New Roman"/>
                          <a:cs typeface="Times New Roman"/>
                        </a:rPr>
                        <a:t>Zmiana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algn="ctr" marL="15240" marR="3175">
                        <a:lnSpc>
                          <a:spcPct val="113500"/>
                        </a:lnSpc>
                      </a:pPr>
                      <a:r>
                        <a:rPr dirty="0" sz="450" spc="-10">
                          <a:latin typeface="Times New Roman"/>
                          <a:cs typeface="Times New Roman"/>
                        </a:rPr>
                        <a:t>Czynnośc</a:t>
                      </a:r>
                      <a:r>
                        <a:rPr dirty="0" sz="45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450" spc="-5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45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450" spc="-10">
                          <a:latin typeface="Times New Roman"/>
                          <a:cs typeface="Times New Roman"/>
                        </a:rPr>
                        <a:t>wykonan</a:t>
                      </a:r>
                      <a:r>
                        <a:rPr dirty="0" sz="45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450" spc="-50">
                          <a:latin typeface="Times New Roman"/>
                          <a:cs typeface="Times New Roman"/>
                        </a:rPr>
                        <a:t>e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Times New Roman"/>
                          <a:cs typeface="Times New Roman"/>
                        </a:rPr>
                        <a:t>Forma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algn="ctr" marL="17145" indent="635">
                        <a:lnSpc>
                          <a:spcPct val="113500"/>
                        </a:lnSpc>
                      </a:pPr>
                      <a:r>
                        <a:rPr dirty="0" sz="450" spc="-10">
                          <a:latin typeface="Times New Roman"/>
                          <a:cs typeface="Times New Roman"/>
                        </a:rPr>
                        <a:t>pracy</a:t>
                      </a:r>
                      <a:r>
                        <a:rPr dirty="0" sz="45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450" spc="-10">
                          <a:latin typeface="Times New Roman"/>
                          <a:cs typeface="Times New Roman"/>
                        </a:rPr>
                        <a:t>zdalnej</a:t>
                      </a:r>
                      <a:r>
                        <a:rPr dirty="0" sz="45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450" spc="-10">
                          <a:latin typeface="Times New Roman"/>
                          <a:cs typeface="Times New Roman"/>
                        </a:rPr>
                        <a:t>(telefon,</a:t>
                      </a:r>
                      <a:r>
                        <a:rPr dirty="0" sz="45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450" spc="-10">
                          <a:latin typeface="Times New Roman"/>
                          <a:cs typeface="Times New Roman"/>
                        </a:rPr>
                        <a:t>Microsoft</a:t>
                      </a:r>
                      <a:r>
                        <a:rPr dirty="0" sz="45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450" spc="-10">
                          <a:latin typeface="Times New Roman"/>
                          <a:cs typeface="Times New Roman"/>
                        </a:rPr>
                        <a:t>Teams,</a:t>
                      </a:r>
                      <a:r>
                        <a:rPr dirty="0" sz="45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450" spc="-10">
                          <a:latin typeface="Times New Roman"/>
                          <a:cs typeface="Times New Roman"/>
                        </a:rPr>
                        <a:t>Speed</a:t>
                      </a:r>
                      <a:r>
                        <a:rPr dirty="0" sz="45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450" spc="-10">
                          <a:latin typeface="Times New Roman"/>
                          <a:cs typeface="Times New Roman"/>
                        </a:rPr>
                        <a:t>itp.)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algn="ctr" marL="17145" marR="2540" indent="635">
                        <a:lnSpc>
                          <a:spcPct val="113500"/>
                        </a:lnSpc>
                      </a:pPr>
                      <a:r>
                        <a:rPr dirty="0" sz="450" spc="-10">
                          <a:latin typeface="Times New Roman"/>
                          <a:cs typeface="Times New Roman"/>
                        </a:rPr>
                        <a:t>Dodatko</a:t>
                      </a:r>
                      <a:r>
                        <a:rPr dirty="0" sz="45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450" spc="-25">
                          <a:latin typeface="Times New Roman"/>
                          <a:cs typeface="Times New Roman"/>
                        </a:rPr>
                        <a:t>we</a:t>
                      </a:r>
                      <a:r>
                        <a:rPr dirty="0" sz="45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450" spc="-10">
                          <a:latin typeface="Times New Roman"/>
                          <a:cs typeface="Times New Roman"/>
                        </a:rPr>
                        <a:t>informacj</a:t>
                      </a:r>
                      <a:r>
                        <a:rPr dirty="0" sz="45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450" spc="-50">
                          <a:latin typeface="Times New Roman"/>
                          <a:cs typeface="Times New Roman"/>
                        </a:rPr>
                        <a:t>e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8/1/2026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16:00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6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23495" marR="7620" indent="77470">
                        <a:lnSpc>
                          <a:spcPct val="107500"/>
                        </a:lnSpc>
                        <a:spcBef>
                          <a:spcPts val="229"/>
                        </a:spcBef>
                      </a:pPr>
                      <a:r>
                        <a:rPr dirty="0" sz="500" spc="-25">
                          <a:solidFill>
                            <a:srgbClr val="9B0006"/>
                          </a:solidFill>
                          <a:latin typeface="Times New Roman"/>
                          <a:cs typeface="Times New Roman"/>
                        </a:rPr>
                        <a:t>w,</a:t>
                      </a:r>
                      <a:r>
                        <a:rPr dirty="0" sz="500" spc="500">
                          <a:solidFill>
                            <a:srgbClr val="9B000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10">
                          <a:solidFill>
                            <a:srgbClr val="9B0006"/>
                          </a:solidFill>
                          <a:latin typeface="Times New Roman"/>
                          <a:cs typeface="Times New Roman"/>
                        </a:rPr>
                        <a:t>uzupełni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209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6CD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450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teams,</a:t>
                      </a:r>
                      <a:r>
                        <a:rPr dirty="0" sz="450" spc="55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tx,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333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450" spc="-10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whatsapp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5240">
                        <a:lnSpc>
                          <a:spcPts val="480"/>
                        </a:lnSpc>
                        <a:spcBef>
                          <a:spcPts val="75"/>
                        </a:spcBef>
                      </a:pPr>
                      <a:r>
                        <a:rPr dirty="0" sz="450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450" spc="5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outlook,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6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15:00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6C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23:00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6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9209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6C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6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6C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9209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6C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6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  <a:tr h="77470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8/2/2026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07.00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6C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15:00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6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marL="6350">
                        <a:lnSpc>
                          <a:spcPts val="550"/>
                        </a:lnSpc>
                      </a:pPr>
                      <a:r>
                        <a:rPr dirty="0" sz="500" spc="-10">
                          <a:solidFill>
                            <a:srgbClr val="9B0006"/>
                          </a:solidFill>
                          <a:latin typeface="Times New Roman"/>
                          <a:cs typeface="Times New Roman"/>
                        </a:rPr>
                        <a:t>parkingó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  <a:p>
                      <a:pPr algn="ctr" marL="23495" marR="7620" indent="-1905">
                        <a:lnSpc>
                          <a:spcPct val="107500"/>
                        </a:lnSpc>
                      </a:pPr>
                      <a:r>
                        <a:rPr dirty="0" sz="500" spc="-25">
                          <a:solidFill>
                            <a:srgbClr val="9B0006"/>
                          </a:solidFill>
                          <a:latin typeface="Times New Roman"/>
                          <a:cs typeface="Times New Roman"/>
                        </a:rPr>
                        <a:t>w,</a:t>
                      </a:r>
                      <a:r>
                        <a:rPr dirty="0" sz="500" spc="500">
                          <a:solidFill>
                            <a:srgbClr val="9B000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10">
                          <a:solidFill>
                            <a:srgbClr val="9B0006"/>
                          </a:solidFill>
                          <a:latin typeface="Times New Roman"/>
                          <a:cs typeface="Times New Roman"/>
                        </a:rPr>
                        <a:t>uzupełni</a:t>
                      </a:r>
                      <a:r>
                        <a:rPr dirty="0" sz="500" spc="500">
                          <a:solidFill>
                            <a:srgbClr val="9B000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20">
                          <a:solidFill>
                            <a:srgbClr val="9B0006"/>
                          </a:solidFill>
                          <a:latin typeface="Times New Roman"/>
                          <a:cs typeface="Times New Roman"/>
                        </a:rPr>
                        <a:t>anie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6CD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50165">
                        <a:lnSpc>
                          <a:spcPts val="250"/>
                        </a:lnSpc>
                      </a:pPr>
                      <a:r>
                        <a:rPr dirty="0" sz="450" spc="-10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Speed,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3335">
                        <a:lnSpc>
                          <a:spcPct val="113500"/>
                        </a:lnSpc>
                      </a:pPr>
                      <a:r>
                        <a:rPr dirty="0" sz="450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teams,</a:t>
                      </a:r>
                      <a:r>
                        <a:rPr dirty="0" sz="450" spc="55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tx,</a:t>
                      </a:r>
                      <a:r>
                        <a:rPr dirty="0" sz="450" spc="500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whatsapp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52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450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450" spc="5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outlook,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6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10:00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18:00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6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6C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6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14:00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6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6C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6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6C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6C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6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  <a:tr h="77470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8/3/2026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07.00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6C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15:00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6CD"/>
                    </a:solidFill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5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uw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6CD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marL="6350">
                        <a:lnSpc>
                          <a:spcPts val="550"/>
                        </a:lnSpc>
                      </a:pPr>
                      <a:r>
                        <a:rPr dirty="0" sz="500" spc="-10">
                          <a:solidFill>
                            <a:srgbClr val="9B0006"/>
                          </a:solidFill>
                          <a:latin typeface="Times New Roman"/>
                          <a:cs typeface="Times New Roman"/>
                        </a:rPr>
                        <a:t>parkingó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  <a:p>
                      <a:pPr algn="ctr" marL="23495" marR="7620" indent="-1905">
                        <a:lnSpc>
                          <a:spcPct val="107500"/>
                        </a:lnSpc>
                      </a:pPr>
                      <a:r>
                        <a:rPr dirty="0" sz="500" spc="-25">
                          <a:solidFill>
                            <a:srgbClr val="9B0006"/>
                          </a:solidFill>
                          <a:latin typeface="Times New Roman"/>
                          <a:cs typeface="Times New Roman"/>
                        </a:rPr>
                        <a:t>w,</a:t>
                      </a:r>
                      <a:r>
                        <a:rPr dirty="0" sz="500" spc="500">
                          <a:solidFill>
                            <a:srgbClr val="9B000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10">
                          <a:solidFill>
                            <a:srgbClr val="9B0006"/>
                          </a:solidFill>
                          <a:latin typeface="Times New Roman"/>
                          <a:cs typeface="Times New Roman"/>
                        </a:rPr>
                        <a:t>uzupełni</a:t>
                      </a:r>
                      <a:r>
                        <a:rPr dirty="0" sz="500" spc="500">
                          <a:solidFill>
                            <a:srgbClr val="9B000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20">
                          <a:solidFill>
                            <a:srgbClr val="9B0006"/>
                          </a:solidFill>
                          <a:latin typeface="Times New Roman"/>
                          <a:cs typeface="Times New Roman"/>
                        </a:rPr>
                        <a:t>anie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6CD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50165">
                        <a:lnSpc>
                          <a:spcPts val="250"/>
                        </a:lnSpc>
                      </a:pPr>
                      <a:r>
                        <a:rPr dirty="0" sz="450" spc="-10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Speed,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3335">
                        <a:lnSpc>
                          <a:spcPct val="113500"/>
                        </a:lnSpc>
                      </a:pPr>
                      <a:r>
                        <a:rPr dirty="0" sz="450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teams,</a:t>
                      </a:r>
                      <a:r>
                        <a:rPr dirty="0" sz="450" spc="55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tx,</a:t>
                      </a:r>
                      <a:r>
                        <a:rPr dirty="0" sz="450" spc="500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whatsapp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52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450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450" spc="5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outlook,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6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10:00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18:00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6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6C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6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14:00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6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6C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6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6C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6C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6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8/4/2026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16:00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6CD"/>
                    </a:solidFill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5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uw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6CD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23495" marR="7620" indent="77470">
                        <a:lnSpc>
                          <a:spcPct val="107500"/>
                        </a:lnSpc>
                        <a:spcBef>
                          <a:spcPts val="225"/>
                        </a:spcBef>
                      </a:pPr>
                      <a:r>
                        <a:rPr dirty="0" sz="500" spc="-25">
                          <a:solidFill>
                            <a:srgbClr val="9B0006"/>
                          </a:solidFill>
                          <a:latin typeface="Times New Roman"/>
                          <a:cs typeface="Times New Roman"/>
                        </a:rPr>
                        <a:t>w,</a:t>
                      </a:r>
                      <a:r>
                        <a:rPr dirty="0" sz="500" spc="500">
                          <a:solidFill>
                            <a:srgbClr val="9B000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10">
                          <a:solidFill>
                            <a:srgbClr val="9B0006"/>
                          </a:solidFill>
                          <a:latin typeface="Times New Roman"/>
                          <a:cs typeface="Times New Roman"/>
                        </a:rPr>
                        <a:t>uzupełni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6CD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450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teams,</a:t>
                      </a:r>
                      <a:r>
                        <a:rPr dirty="0" sz="450" spc="55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tx,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333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450" spc="-10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whatsapp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5240">
                        <a:lnSpc>
                          <a:spcPts val="480"/>
                        </a:lnSpc>
                        <a:spcBef>
                          <a:spcPts val="75"/>
                        </a:spcBef>
                      </a:pPr>
                      <a:r>
                        <a:rPr dirty="0" sz="450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450" spc="5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outlook,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6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15:00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6C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23:00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6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6C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6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6C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6C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6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8/5/2026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16:00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6CD"/>
                    </a:solidFill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50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W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6CD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23495" marR="7620" indent="77470">
                        <a:lnSpc>
                          <a:spcPct val="107500"/>
                        </a:lnSpc>
                        <a:spcBef>
                          <a:spcPts val="225"/>
                        </a:spcBef>
                      </a:pPr>
                      <a:r>
                        <a:rPr dirty="0" sz="500" spc="-25">
                          <a:solidFill>
                            <a:srgbClr val="9B0006"/>
                          </a:solidFill>
                          <a:latin typeface="Times New Roman"/>
                          <a:cs typeface="Times New Roman"/>
                        </a:rPr>
                        <a:t>w,</a:t>
                      </a:r>
                      <a:r>
                        <a:rPr dirty="0" sz="500" spc="500">
                          <a:solidFill>
                            <a:srgbClr val="9B000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10">
                          <a:solidFill>
                            <a:srgbClr val="9B0006"/>
                          </a:solidFill>
                          <a:latin typeface="Times New Roman"/>
                          <a:cs typeface="Times New Roman"/>
                        </a:rPr>
                        <a:t>uzupełni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6CD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450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teams,</a:t>
                      </a:r>
                      <a:r>
                        <a:rPr dirty="0" sz="450" spc="55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tx,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333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450" spc="-10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whatsapp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5240">
                        <a:lnSpc>
                          <a:spcPts val="480"/>
                        </a:lnSpc>
                        <a:spcBef>
                          <a:spcPts val="75"/>
                        </a:spcBef>
                      </a:pPr>
                      <a:r>
                        <a:rPr dirty="0" sz="450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450" spc="5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outlook,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6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15:00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6C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23:00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6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6C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6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solidFill>
                            <a:srgbClr val="9B0006"/>
                          </a:solidFill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6C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6C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6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8/6/2026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50">
                          <a:latin typeface="Calibri"/>
                          <a:cs typeface="Calibri"/>
                        </a:rPr>
                        <a:t>W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23495" marR="7620" indent="77470">
                        <a:lnSpc>
                          <a:spcPct val="107500"/>
                        </a:lnSpc>
                        <a:spcBef>
                          <a:spcPts val="225"/>
                        </a:spcBef>
                      </a:pPr>
                      <a:r>
                        <a:rPr dirty="0" sz="500" spc="-25">
                          <a:latin typeface="Times New Roman"/>
                          <a:cs typeface="Times New Roman"/>
                        </a:rPr>
                        <a:t>w,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10">
                          <a:latin typeface="Times New Roman"/>
                          <a:cs typeface="Times New Roman"/>
                        </a:rPr>
                        <a:t>uzupełni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teams,</a:t>
                      </a:r>
                      <a:r>
                        <a:rPr dirty="0" sz="4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tx,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333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whatsapp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5240">
                        <a:lnSpc>
                          <a:spcPts val="480"/>
                        </a:lnSpc>
                        <a:spcBef>
                          <a:spcPts val="75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outlook,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15:00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23:00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8/7/2026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BIURO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23495" marR="7620" indent="77470">
                        <a:lnSpc>
                          <a:spcPct val="107500"/>
                        </a:lnSpc>
                        <a:spcBef>
                          <a:spcPts val="225"/>
                        </a:spcBef>
                      </a:pPr>
                      <a:r>
                        <a:rPr dirty="0" sz="500" spc="-25">
                          <a:latin typeface="Times New Roman"/>
                          <a:cs typeface="Times New Roman"/>
                        </a:rPr>
                        <a:t>w,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10">
                          <a:latin typeface="Times New Roman"/>
                          <a:cs typeface="Times New Roman"/>
                        </a:rPr>
                        <a:t>uzupełni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3"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teams,</a:t>
                      </a:r>
                      <a:r>
                        <a:rPr dirty="0" sz="4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tx,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333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whatsapp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5240">
                        <a:lnSpc>
                          <a:spcPts val="480"/>
                        </a:lnSpc>
                        <a:spcBef>
                          <a:spcPts val="75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outlook,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15:00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23:00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8/8/2026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50">
                          <a:latin typeface="Calibri"/>
                          <a:cs typeface="Calibri"/>
                        </a:rPr>
                        <a:t>X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23495" marR="7620" indent="77470">
                        <a:lnSpc>
                          <a:spcPct val="107500"/>
                        </a:lnSpc>
                        <a:spcBef>
                          <a:spcPts val="225"/>
                        </a:spcBef>
                      </a:pPr>
                      <a:r>
                        <a:rPr dirty="0" sz="500" spc="-25">
                          <a:latin typeface="Times New Roman"/>
                          <a:cs typeface="Times New Roman"/>
                        </a:rPr>
                        <a:t>w,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10">
                          <a:latin typeface="Times New Roman"/>
                          <a:cs typeface="Times New Roman"/>
                        </a:rPr>
                        <a:t>uzupełni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teams,</a:t>
                      </a:r>
                      <a:r>
                        <a:rPr dirty="0" sz="4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tx,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333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whatsapp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5240">
                        <a:lnSpc>
                          <a:spcPts val="480"/>
                        </a:lnSpc>
                        <a:spcBef>
                          <a:spcPts val="75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outlook,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15:00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23:00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  <a:tr h="77470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8/9/2026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50">
                          <a:latin typeface="Calibri"/>
                          <a:cs typeface="Calibri"/>
                        </a:rPr>
                        <a:t>X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marL="6350">
                        <a:lnSpc>
                          <a:spcPts val="550"/>
                        </a:lnSpc>
                      </a:pPr>
                      <a:r>
                        <a:rPr dirty="0" sz="500" spc="-10">
                          <a:latin typeface="Times New Roman"/>
                          <a:cs typeface="Times New Roman"/>
                        </a:rPr>
                        <a:t>parkingó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  <a:p>
                      <a:pPr algn="ctr" marL="23495" marR="7620" indent="-1905">
                        <a:lnSpc>
                          <a:spcPct val="107500"/>
                        </a:lnSpc>
                      </a:pPr>
                      <a:r>
                        <a:rPr dirty="0" sz="500" spc="-25">
                          <a:latin typeface="Times New Roman"/>
                          <a:cs typeface="Times New Roman"/>
                        </a:rPr>
                        <a:t>w,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10">
                          <a:latin typeface="Times New Roman"/>
                          <a:cs typeface="Times New Roman"/>
                        </a:rPr>
                        <a:t>uzupełni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20">
                          <a:latin typeface="Times New Roman"/>
                          <a:cs typeface="Times New Roman"/>
                        </a:rPr>
                        <a:t>anie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50165">
                        <a:lnSpc>
                          <a:spcPts val="250"/>
                        </a:lnSpc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Speed,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3335">
                        <a:lnSpc>
                          <a:spcPct val="113500"/>
                        </a:lnSpc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teams,</a:t>
                      </a:r>
                      <a:r>
                        <a:rPr dirty="0" sz="4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tx,</a:t>
                      </a:r>
                      <a:r>
                        <a:rPr dirty="0" sz="45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whatsapp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52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outlook,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10:00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14:00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  <a:tr h="77470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########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07.00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15:00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marL="6350">
                        <a:lnSpc>
                          <a:spcPts val="550"/>
                        </a:lnSpc>
                      </a:pPr>
                      <a:r>
                        <a:rPr dirty="0" sz="500" spc="-10">
                          <a:latin typeface="Times New Roman"/>
                          <a:cs typeface="Times New Roman"/>
                        </a:rPr>
                        <a:t>parkingó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  <a:p>
                      <a:pPr algn="ctr" marL="23495" marR="7620" indent="-1905">
                        <a:lnSpc>
                          <a:spcPct val="107500"/>
                        </a:lnSpc>
                      </a:pPr>
                      <a:r>
                        <a:rPr dirty="0" sz="500" spc="-25">
                          <a:latin typeface="Times New Roman"/>
                          <a:cs typeface="Times New Roman"/>
                        </a:rPr>
                        <a:t>w,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10">
                          <a:latin typeface="Times New Roman"/>
                          <a:cs typeface="Times New Roman"/>
                        </a:rPr>
                        <a:t>uzupełni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20">
                          <a:latin typeface="Times New Roman"/>
                          <a:cs typeface="Times New Roman"/>
                        </a:rPr>
                        <a:t>anie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lstStyle/>
                    <a:p>
                      <a:pPr marL="50165">
                        <a:lnSpc>
                          <a:spcPts val="250"/>
                        </a:lnSpc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Speed,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3335">
                        <a:lnSpc>
                          <a:spcPct val="113500"/>
                        </a:lnSpc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teams,</a:t>
                      </a:r>
                      <a:r>
                        <a:rPr dirty="0" sz="4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tx,</a:t>
                      </a:r>
                      <a:r>
                        <a:rPr dirty="0" sz="45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whatsapp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52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outlook,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10:00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15:00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23:00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50">
                          <a:latin typeface="Calibri"/>
                          <a:cs typeface="Calibri"/>
                        </a:rPr>
                        <a:t>X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########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23495" marR="7620" indent="77470">
                        <a:lnSpc>
                          <a:spcPct val="107500"/>
                        </a:lnSpc>
                        <a:spcBef>
                          <a:spcPts val="225"/>
                        </a:spcBef>
                      </a:pPr>
                      <a:r>
                        <a:rPr dirty="0" sz="500" spc="-25">
                          <a:latin typeface="Times New Roman"/>
                          <a:cs typeface="Times New Roman"/>
                        </a:rPr>
                        <a:t>w,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10">
                          <a:latin typeface="Times New Roman"/>
                          <a:cs typeface="Times New Roman"/>
                        </a:rPr>
                        <a:t>uzupełni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teams,</a:t>
                      </a:r>
                      <a:r>
                        <a:rPr dirty="0" sz="4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tx,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333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whatsapp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5240">
                        <a:lnSpc>
                          <a:spcPts val="480"/>
                        </a:lnSpc>
                        <a:spcBef>
                          <a:spcPts val="75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outlook,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15:00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23:00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50">
                          <a:latin typeface="Calibri"/>
                          <a:cs typeface="Calibri"/>
                        </a:rPr>
                        <a:t>X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########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23495" marR="7620" indent="77470">
                        <a:lnSpc>
                          <a:spcPct val="107500"/>
                        </a:lnSpc>
                        <a:spcBef>
                          <a:spcPts val="225"/>
                        </a:spcBef>
                      </a:pPr>
                      <a:r>
                        <a:rPr dirty="0" sz="500" spc="-25">
                          <a:latin typeface="Times New Roman"/>
                          <a:cs typeface="Times New Roman"/>
                        </a:rPr>
                        <a:t>w,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10">
                          <a:latin typeface="Times New Roman"/>
                          <a:cs typeface="Times New Roman"/>
                        </a:rPr>
                        <a:t>uzupełni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teams,</a:t>
                      </a:r>
                      <a:r>
                        <a:rPr dirty="0" sz="4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tx,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333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whatsapp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5240">
                        <a:lnSpc>
                          <a:spcPts val="480"/>
                        </a:lnSpc>
                        <a:spcBef>
                          <a:spcPts val="75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outlook,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15:00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23:00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50">
                          <a:latin typeface="Calibri"/>
                          <a:cs typeface="Calibri"/>
                        </a:rPr>
                        <a:t>X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########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23495" marR="7620" indent="77470">
                        <a:lnSpc>
                          <a:spcPct val="107500"/>
                        </a:lnSpc>
                        <a:spcBef>
                          <a:spcPts val="229"/>
                        </a:spcBef>
                      </a:pPr>
                      <a:r>
                        <a:rPr dirty="0" sz="500" spc="-25">
                          <a:latin typeface="Times New Roman"/>
                          <a:cs typeface="Times New Roman"/>
                        </a:rPr>
                        <a:t>w,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10">
                          <a:latin typeface="Times New Roman"/>
                          <a:cs typeface="Times New Roman"/>
                        </a:rPr>
                        <a:t>uzupełni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209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teams,</a:t>
                      </a:r>
                      <a:r>
                        <a:rPr dirty="0" sz="4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tx,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333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whatsapp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5240">
                        <a:lnSpc>
                          <a:spcPts val="480"/>
                        </a:lnSpc>
                        <a:spcBef>
                          <a:spcPts val="75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outlook,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15:00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23:00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50">
                          <a:latin typeface="Calibri"/>
                          <a:cs typeface="Calibri"/>
                        </a:rPr>
                        <a:t>X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9209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9209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########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23495" marR="7620" indent="77470">
                        <a:lnSpc>
                          <a:spcPct val="107500"/>
                        </a:lnSpc>
                        <a:spcBef>
                          <a:spcPts val="229"/>
                        </a:spcBef>
                      </a:pPr>
                      <a:r>
                        <a:rPr dirty="0" sz="500" spc="-25">
                          <a:latin typeface="Times New Roman"/>
                          <a:cs typeface="Times New Roman"/>
                        </a:rPr>
                        <a:t>w,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10">
                          <a:latin typeface="Times New Roman"/>
                          <a:cs typeface="Times New Roman"/>
                        </a:rPr>
                        <a:t>uzupełni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209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teams,</a:t>
                      </a:r>
                      <a:r>
                        <a:rPr dirty="0" sz="4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tx,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333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whatsapp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5240">
                        <a:lnSpc>
                          <a:spcPts val="480"/>
                        </a:lnSpc>
                        <a:spcBef>
                          <a:spcPts val="75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outlook,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15:00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23:00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50">
                          <a:latin typeface="Calibri"/>
                          <a:cs typeface="Calibri"/>
                        </a:rPr>
                        <a:t>X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9209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9209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########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07.00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15:00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marL="6350">
                        <a:lnSpc>
                          <a:spcPts val="550"/>
                        </a:lnSpc>
                      </a:pPr>
                      <a:r>
                        <a:rPr dirty="0" sz="500" spc="-10">
                          <a:latin typeface="Times New Roman"/>
                          <a:cs typeface="Times New Roman"/>
                        </a:rPr>
                        <a:t>parkingó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  <a:p>
                      <a:pPr algn="ctr" marL="23495" marR="7620" indent="-1905">
                        <a:lnSpc>
                          <a:spcPct val="107500"/>
                        </a:lnSpc>
                      </a:pPr>
                      <a:r>
                        <a:rPr dirty="0" sz="500" spc="-25">
                          <a:latin typeface="Times New Roman"/>
                          <a:cs typeface="Times New Roman"/>
                        </a:rPr>
                        <a:t>w,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10">
                          <a:latin typeface="Times New Roman"/>
                          <a:cs typeface="Times New Roman"/>
                        </a:rPr>
                        <a:t>uzupełni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20">
                          <a:latin typeface="Times New Roman"/>
                          <a:cs typeface="Times New Roman"/>
                        </a:rPr>
                        <a:t>anie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50165">
                        <a:lnSpc>
                          <a:spcPts val="250"/>
                        </a:lnSpc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Speed,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3335">
                        <a:lnSpc>
                          <a:spcPct val="113500"/>
                        </a:lnSpc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teams,</a:t>
                      </a:r>
                      <a:r>
                        <a:rPr dirty="0" sz="4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tx,</a:t>
                      </a:r>
                      <a:r>
                        <a:rPr dirty="0" sz="45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whatsapp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52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outlook,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10:00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14:00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  <a:tr h="77470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########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07.00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15:00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marL="6350">
                        <a:lnSpc>
                          <a:spcPts val="550"/>
                        </a:lnSpc>
                      </a:pPr>
                      <a:r>
                        <a:rPr dirty="0" sz="500" spc="-10">
                          <a:latin typeface="Times New Roman"/>
                          <a:cs typeface="Times New Roman"/>
                        </a:rPr>
                        <a:t>parkingó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  <a:p>
                      <a:pPr algn="ctr" marL="23495" marR="7620" indent="-1905">
                        <a:lnSpc>
                          <a:spcPct val="107500"/>
                        </a:lnSpc>
                      </a:pPr>
                      <a:r>
                        <a:rPr dirty="0" sz="500" spc="-25">
                          <a:latin typeface="Times New Roman"/>
                          <a:cs typeface="Times New Roman"/>
                        </a:rPr>
                        <a:t>w,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10">
                          <a:latin typeface="Times New Roman"/>
                          <a:cs typeface="Times New Roman"/>
                        </a:rPr>
                        <a:t>uzupełni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20">
                          <a:latin typeface="Times New Roman"/>
                          <a:cs typeface="Times New Roman"/>
                        </a:rPr>
                        <a:t>anie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50165">
                        <a:lnSpc>
                          <a:spcPts val="250"/>
                        </a:lnSpc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Speed,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3335">
                        <a:lnSpc>
                          <a:spcPct val="113500"/>
                        </a:lnSpc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teams,</a:t>
                      </a:r>
                      <a:r>
                        <a:rPr dirty="0" sz="4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tx,</a:t>
                      </a:r>
                      <a:r>
                        <a:rPr dirty="0" sz="45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whatsapp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52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outlook,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10:00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14:00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  <a:tr h="77470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########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BIURO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marL="6350">
                        <a:lnSpc>
                          <a:spcPts val="550"/>
                        </a:lnSpc>
                      </a:pPr>
                      <a:r>
                        <a:rPr dirty="0" sz="500" spc="-10">
                          <a:latin typeface="Times New Roman"/>
                          <a:cs typeface="Times New Roman"/>
                        </a:rPr>
                        <a:t>parkingó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  <a:p>
                      <a:pPr algn="ctr" marL="23495" marR="7620" indent="-1905">
                        <a:lnSpc>
                          <a:spcPct val="107500"/>
                        </a:lnSpc>
                      </a:pPr>
                      <a:r>
                        <a:rPr dirty="0" sz="500" spc="-25">
                          <a:latin typeface="Times New Roman"/>
                          <a:cs typeface="Times New Roman"/>
                        </a:rPr>
                        <a:t>w,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10">
                          <a:latin typeface="Times New Roman"/>
                          <a:cs typeface="Times New Roman"/>
                        </a:rPr>
                        <a:t>uzupełni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20">
                          <a:latin typeface="Times New Roman"/>
                          <a:cs typeface="Times New Roman"/>
                        </a:rPr>
                        <a:t>anie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lstStyle/>
                    <a:p>
                      <a:pPr marL="50165">
                        <a:lnSpc>
                          <a:spcPts val="250"/>
                        </a:lnSpc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Speed,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3335">
                        <a:lnSpc>
                          <a:spcPct val="113500"/>
                        </a:lnSpc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teams,</a:t>
                      </a:r>
                      <a:r>
                        <a:rPr dirty="0" sz="4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tx,</a:t>
                      </a:r>
                      <a:r>
                        <a:rPr dirty="0" sz="45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whatsapp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52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outlook,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10:00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14:00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########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BIURO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23495" marR="7620" indent="77470">
                        <a:lnSpc>
                          <a:spcPct val="107500"/>
                        </a:lnSpc>
                        <a:spcBef>
                          <a:spcPts val="225"/>
                        </a:spcBef>
                      </a:pPr>
                      <a:r>
                        <a:rPr dirty="0" sz="500" spc="-25">
                          <a:latin typeface="Times New Roman"/>
                          <a:cs typeface="Times New Roman"/>
                        </a:rPr>
                        <a:t>w,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10">
                          <a:latin typeface="Times New Roman"/>
                          <a:cs typeface="Times New Roman"/>
                        </a:rPr>
                        <a:t>uzupełni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teams,</a:t>
                      </a:r>
                      <a:r>
                        <a:rPr dirty="0" sz="4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tx,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333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whatsapp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5240">
                        <a:lnSpc>
                          <a:spcPts val="480"/>
                        </a:lnSpc>
                        <a:spcBef>
                          <a:spcPts val="75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outlook,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15:00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23:00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########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50">
                          <a:latin typeface="Calibri"/>
                          <a:cs typeface="Calibri"/>
                        </a:rPr>
                        <a:t>X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23495" marR="7620" indent="77470">
                        <a:lnSpc>
                          <a:spcPct val="107500"/>
                        </a:lnSpc>
                        <a:spcBef>
                          <a:spcPts val="225"/>
                        </a:spcBef>
                      </a:pPr>
                      <a:r>
                        <a:rPr dirty="0" sz="500" spc="-25">
                          <a:latin typeface="Times New Roman"/>
                          <a:cs typeface="Times New Roman"/>
                        </a:rPr>
                        <a:t>w,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10">
                          <a:latin typeface="Times New Roman"/>
                          <a:cs typeface="Times New Roman"/>
                        </a:rPr>
                        <a:t>uzupełni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teams,</a:t>
                      </a:r>
                      <a:r>
                        <a:rPr dirty="0" sz="4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tx,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333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whatsapp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5240">
                        <a:lnSpc>
                          <a:spcPts val="480"/>
                        </a:lnSpc>
                        <a:spcBef>
                          <a:spcPts val="75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outlook,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15:00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23:00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########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50">
                          <a:latin typeface="Calibri"/>
                          <a:cs typeface="Calibri"/>
                        </a:rPr>
                        <a:t>X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23495" marR="7620" indent="77470">
                        <a:lnSpc>
                          <a:spcPct val="107500"/>
                        </a:lnSpc>
                        <a:spcBef>
                          <a:spcPts val="225"/>
                        </a:spcBef>
                      </a:pPr>
                      <a:r>
                        <a:rPr dirty="0" sz="500" spc="-25">
                          <a:latin typeface="Times New Roman"/>
                          <a:cs typeface="Times New Roman"/>
                        </a:rPr>
                        <a:t>w,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10">
                          <a:latin typeface="Times New Roman"/>
                          <a:cs typeface="Times New Roman"/>
                        </a:rPr>
                        <a:t>uzupełni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teams,</a:t>
                      </a:r>
                      <a:r>
                        <a:rPr dirty="0" sz="4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tx,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333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whatsapp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5240">
                        <a:lnSpc>
                          <a:spcPts val="480"/>
                        </a:lnSpc>
                        <a:spcBef>
                          <a:spcPts val="75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outlook,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15:00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23:00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########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50">
                          <a:latin typeface="Calibri"/>
                          <a:cs typeface="Calibri"/>
                        </a:rPr>
                        <a:t>X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23495" marR="7620" indent="77470">
                        <a:lnSpc>
                          <a:spcPct val="107500"/>
                        </a:lnSpc>
                        <a:spcBef>
                          <a:spcPts val="225"/>
                        </a:spcBef>
                      </a:pPr>
                      <a:r>
                        <a:rPr dirty="0" sz="500" spc="-25">
                          <a:latin typeface="Times New Roman"/>
                          <a:cs typeface="Times New Roman"/>
                        </a:rPr>
                        <a:t>w,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10">
                          <a:latin typeface="Times New Roman"/>
                          <a:cs typeface="Times New Roman"/>
                        </a:rPr>
                        <a:t>uzupełni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teams,</a:t>
                      </a:r>
                      <a:r>
                        <a:rPr dirty="0" sz="4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tx,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333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whatsapp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5240">
                        <a:lnSpc>
                          <a:spcPts val="480"/>
                        </a:lnSpc>
                        <a:spcBef>
                          <a:spcPts val="75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outlook,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15:00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23:00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########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23495" marR="7620" indent="77470">
                        <a:lnSpc>
                          <a:spcPct val="107500"/>
                        </a:lnSpc>
                        <a:spcBef>
                          <a:spcPts val="229"/>
                        </a:spcBef>
                      </a:pPr>
                      <a:r>
                        <a:rPr dirty="0" sz="500" spc="-25">
                          <a:latin typeface="Times New Roman"/>
                          <a:cs typeface="Times New Roman"/>
                        </a:rPr>
                        <a:t>w,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10">
                          <a:latin typeface="Times New Roman"/>
                          <a:cs typeface="Times New Roman"/>
                        </a:rPr>
                        <a:t>uzupełni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209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teams,</a:t>
                      </a:r>
                      <a:r>
                        <a:rPr dirty="0" sz="4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tx,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333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whatsapp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5240">
                        <a:lnSpc>
                          <a:spcPts val="480"/>
                        </a:lnSpc>
                        <a:spcBef>
                          <a:spcPts val="75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outlook,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15:00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23:00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9209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9209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  <a:tr h="77470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########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07.00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15:00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marL="6350">
                        <a:lnSpc>
                          <a:spcPts val="550"/>
                        </a:lnSpc>
                      </a:pPr>
                      <a:r>
                        <a:rPr dirty="0" sz="500" spc="-10">
                          <a:latin typeface="Times New Roman"/>
                          <a:cs typeface="Times New Roman"/>
                        </a:rPr>
                        <a:t>parkingó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  <a:p>
                      <a:pPr algn="ctr" marL="23495" marR="7620" indent="-1905">
                        <a:lnSpc>
                          <a:spcPct val="107500"/>
                        </a:lnSpc>
                      </a:pPr>
                      <a:r>
                        <a:rPr dirty="0" sz="500" spc="-25">
                          <a:latin typeface="Times New Roman"/>
                          <a:cs typeface="Times New Roman"/>
                        </a:rPr>
                        <a:t>w,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10">
                          <a:latin typeface="Times New Roman"/>
                          <a:cs typeface="Times New Roman"/>
                        </a:rPr>
                        <a:t>uzupełni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20">
                          <a:latin typeface="Times New Roman"/>
                          <a:cs typeface="Times New Roman"/>
                        </a:rPr>
                        <a:t>anie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50165">
                        <a:lnSpc>
                          <a:spcPts val="250"/>
                        </a:lnSpc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Speed,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3335">
                        <a:lnSpc>
                          <a:spcPct val="113500"/>
                        </a:lnSpc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teams,</a:t>
                      </a:r>
                      <a:r>
                        <a:rPr dirty="0" sz="4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tx,</a:t>
                      </a:r>
                      <a:r>
                        <a:rPr dirty="0" sz="45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whatsapp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52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outlook,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10:00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14:00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  <a:tr h="77470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########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marL="6350">
                        <a:lnSpc>
                          <a:spcPts val="550"/>
                        </a:lnSpc>
                      </a:pPr>
                      <a:r>
                        <a:rPr dirty="0" sz="500" spc="-10">
                          <a:latin typeface="Times New Roman"/>
                          <a:cs typeface="Times New Roman"/>
                        </a:rPr>
                        <a:t>parkingó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  <a:p>
                      <a:pPr algn="ctr" marL="23495" marR="7620" indent="-1905">
                        <a:lnSpc>
                          <a:spcPct val="107500"/>
                        </a:lnSpc>
                      </a:pPr>
                      <a:r>
                        <a:rPr dirty="0" sz="500" spc="-25">
                          <a:latin typeface="Times New Roman"/>
                          <a:cs typeface="Times New Roman"/>
                        </a:rPr>
                        <a:t>w,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10">
                          <a:latin typeface="Times New Roman"/>
                          <a:cs typeface="Times New Roman"/>
                        </a:rPr>
                        <a:t>uzupełni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20">
                          <a:latin typeface="Times New Roman"/>
                          <a:cs typeface="Times New Roman"/>
                        </a:rPr>
                        <a:t>anie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lstStyle/>
                    <a:p>
                      <a:pPr marL="50165">
                        <a:lnSpc>
                          <a:spcPts val="250"/>
                        </a:lnSpc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Speed,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3335">
                        <a:lnSpc>
                          <a:spcPct val="113500"/>
                        </a:lnSpc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teams,</a:t>
                      </a:r>
                      <a:r>
                        <a:rPr dirty="0" sz="4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tx,</a:t>
                      </a:r>
                      <a:r>
                        <a:rPr dirty="0" sz="45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whatsapp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52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outlook,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10:00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15:00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23:00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50">
                          <a:latin typeface="Calibri"/>
                          <a:cs typeface="Calibri"/>
                        </a:rPr>
                        <a:t>X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########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23495" marR="7620" indent="77470">
                        <a:lnSpc>
                          <a:spcPct val="107500"/>
                        </a:lnSpc>
                        <a:spcBef>
                          <a:spcPts val="229"/>
                        </a:spcBef>
                      </a:pPr>
                      <a:r>
                        <a:rPr dirty="0" sz="500" spc="-25">
                          <a:latin typeface="Times New Roman"/>
                          <a:cs typeface="Times New Roman"/>
                        </a:rPr>
                        <a:t>w,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10">
                          <a:latin typeface="Times New Roman"/>
                          <a:cs typeface="Times New Roman"/>
                        </a:rPr>
                        <a:t>uzupełni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209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teams,</a:t>
                      </a:r>
                      <a:r>
                        <a:rPr dirty="0" sz="4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tx,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333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whatsapp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5240">
                        <a:lnSpc>
                          <a:spcPts val="480"/>
                        </a:lnSpc>
                        <a:spcBef>
                          <a:spcPts val="75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outlook,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15:00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23:00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50">
                          <a:latin typeface="Calibri"/>
                          <a:cs typeface="Calibri"/>
                        </a:rPr>
                        <a:t>X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9209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9209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########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23495" marR="7620" indent="77470">
                        <a:lnSpc>
                          <a:spcPct val="107500"/>
                        </a:lnSpc>
                        <a:spcBef>
                          <a:spcPts val="225"/>
                        </a:spcBef>
                      </a:pPr>
                      <a:r>
                        <a:rPr dirty="0" sz="500" spc="-25">
                          <a:latin typeface="Times New Roman"/>
                          <a:cs typeface="Times New Roman"/>
                        </a:rPr>
                        <a:t>w,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10">
                          <a:latin typeface="Times New Roman"/>
                          <a:cs typeface="Times New Roman"/>
                        </a:rPr>
                        <a:t>uzupełni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teams,</a:t>
                      </a:r>
                      <a:r>
                        <a:rPr dirty="0" sz="4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tx,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333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whatsapp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5240">
                        <a:lnSpc>
                          <a:spcPts val="480"/>
                        </a:lnSpc>
                        <a:spcBef>
                          <a:spcPts val="75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outlook,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15:00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23:00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50">
                          <a:latin typeface="Calibri"/>
                          <a:cs typeface="Calibri"/>
                        </a:rPr>
                        <a:t>X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########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23495" marR="7620" indent="77470">
                        <a:lnSpc>
                          <a:spcPct val="107500"/>
                        </a:lnSpc>
                        <a:spcBef>
                          <a:spcPts val="229"/>
                        </a:spcBef>
                      </a:pPr>
                      <a:r>
                        <a:rPr dirty="0" sz="500" spc="-25">
                          <a:latin typeface="Times New Roman"/>
                          <a:cs typeface="Times New Roman"/>
                        </a:rPr>
                        <a:t>w,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10">
                          <a:latin typeface="Times New Roman"/>
                          <a:cs typeface="Times New Roman"/>
                        </a:rPr>
                        <a:t>uzupełni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209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teams,</a:t>
                      </a:r>
                      <a:r>
                        <a:rPr dirty="0" sz="4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tx,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333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whatsapp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5240">
                        <a:lnSpc>
                          <a:spcPts val="480"/>
                        </a:lnSpc>
                        <a:spcBef>
                          <a:spcPts val="75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outlook,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15:00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23:00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50">
                          <a:latin typeface="Calibri"/>
                          <a:cs typeface="Calibri"/>
                        </a:rPr>
                        <a:t>X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9209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9209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########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23495" marR="7620" indent="77470">
                        <a:lnSpc>
                          <a:spcPct val="107500"/>
                        </a:lnSpc>
                        <a:spcBef>
                          <a:spcPts val="225"/>
                        </a:spcBef>
                      </a:pPr>
                      <a:r>
                        <a:rPr dirty="0" sz="500" spc="-25">
                          <a:latin typeface="Times New Roman"/>
                          <a:cs typeface="Times New Roman"/>
                        </a:rPr>
                        <a:t>w,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10">
                          <a:latin typeface="Times New Roman"/>
                          <a:cs typeface="Times New Roman"/>
                        </a:rPr>
                        <a:t>uzupełni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teams,</a:t>
                      </a:r>
                      <a:r>
                        <a:rPr dirty="0" sz="4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tx,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333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whatsapp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5240">
                        <a:lnSpc>
                          <a:spcPts val="480"/>
                        </a:lnSpc>
                        <a:spcBef>
                          <a:spcPts val="75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outlook,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15:00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23:00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50">
                          <a:latin typeface="Calibri"/>
                          <a:cs typeface="Calibri"/>
                        </a:rPr>
                        <a:t>X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########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50">
                          <a:latin typeface="Calibri"/>
                          <a:cs typeface="Calibri"/>
                        </a:rPr>
                        <a:t>X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23495" marR="7620" indent="77470">
                        <a:lnSpc>
                          <a:spcPct val="107500"/>
                        </a:lnSpc>
                        <a:spcBef>
                          <a:spcPts val="225"/>
                        </a:spcBef>
                      </a:pPr>
                      <a:r>
                        <a:rPr dirty="0" sz="500" spc="-25">
                          <a:latin typeface="Times New Roman"/>
                          <a:cs typeface="Times New Roman"/>
                        </a:rPr>
                        <a:t>w,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10">
                          <a:latin typeface="Times New Roman"/>
                          <a:cs typeface="Times New Roman"/>
                        </a:rPr>
                        <a:t>uzupełni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teams,</a:t>
                      </a:r>
                      <a:r>
                        <a:rPr dirty="0" sz="4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tx,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333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whatsapp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5240">
                        <a:lnSpc>
                          <a:spcPts val="480"/>
                        </a:lnSpc>
                        <a:spcBef>
                          <a:spcPts val="75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outlook,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15:00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23:00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solidFill>
                      <a:srgbClr val="D0CDC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</a:tr>
              <a:tr h="77470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########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50">
                          <a:latin typeface="Calibri"/>
                          <a:cs typeface="Calibri"/>
                        </a:rPr>
                        <a:t>X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marL="6350">
                        <a:lnSpc>
                          <a:spcPts val="550"/>
                        </a:lnSpc>
                      </a:pPr>
                      <a:r>
                        <a:rPr dirty="0" sz="500" spc="-10">
                          <a:latin typeface="Times New Roman"/>
                          <a:cs typeface="Times New Roman"/>
                        </a:rPr>
                        <a:t>parkingó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  <a:p>
                      <a:pPr algn="ctr" marL="23495" marR="7620" indent="-1905">
                        <a:lnSpc>
                          <a:spcPct val="107500"/>
                        </a:lnSpc>
                      </a:pPr>
                      <a:r>
                        <a:rPr dirty="0" sz="500" spc="-25">
                          <a:latin typeface="Times New Roman"/>
                          <a:cs typeface="Times New Roman"/>
                        </a:rPr>
                        <a:t>w,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10">
                          <a:latin typeface="Times New Roman"/>
                          <a:cs typeface="Times New Roman"/>
                        </a:rPr>
                        <a:t>uzupełni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20">
                          <a:latin typeface="Times New Roman"/>
                          <a:cs typeface="Times New Roman"/>
                        </a:rPr>
                        <a:t>anie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50165">
                        <a:lnSpc>
                          <a:spcPts val="250"/>
                        </a:lnSpc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Speed,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3335">
                        <a:lnSpc>
                          <a:spcPct val="113500"/>
                        </a:lnSpc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teams,</a:t>
                      </a:r>
                      <a:r>
                        <a:rPr dirty="0" sz="4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tx,</a:t>
                      </a:r>
                      <a:r>
                        <a:rPr dirty="0" sz="45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whatsapp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52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outlook,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10:00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14:00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</a:tr>
              <a:tr h="77470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########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marL="6350">
                        <a:lnSpc>
                          <a:spcPts val="550"/>
                        </a:lnSpc>
                      </a:pPr>
                      <a:r>
                        <a:rPr dirty="0" sz="500" spc="-10">
                          <a:latin typeface="Times New Roman"/>
                          <a:cs typeface="Times New Roman"/>
                        </a:rPr>
                        <a:t>parkingó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  <a:p>
                      <a:pPr algn="ctr" marL="23495" marR="7620" indent="-1905">
                        <a:lnSpc>
                          <a:spcPct val="107500"/>
                        </a:lnSpc>
                      </a:pPr>
                      <a:r>
                        <a:rPr dirty="0" sz="500" spc="-25">
                          <a:latin typeface="Times New Roman"/>
                          <a:cs typeface="Times New Roman"/>
                        </a:rPr>
                        <a:t>w,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10">
                          <a:latin typeface="Times New Roman"/>
                          <a:cs typeface="Times New Roman"/>
                        </a:rPr>
                        <a:t>uzupełni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20">
                          <a:latin typeface="Times New Roman"/>
                          <a:cs typeface="Times New Roman"/>
                        </a:rPr>
                        <a:t>anie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lstStyle/>
                    <a:p>
                      <a:pPr marL="50165">
                        <a:lnSpc>
                          <a:spcPts val="250"/>
                        </a:lnSpc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Speed,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3335">
                        <a:lnSpc>
                          <a:spcPct val="113500"/>
                        </a:lnSpc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teams,</a:t>
                      </a:r>
                      <a:r>
                        <a:rPr dirty="0" sz="4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tx,</a:t>
                      </a:r>
                      <a:r>
                        <a:rPr dirty="0" sz="45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whatsapp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52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outlook,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10:00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15:00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23:00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50">
                          <a:latin typeface="Calibri"/>
                          <a:cs typeface="Calibri"/>
                        </a:rPr>
                        <a:t>X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1984301" y="674464"/>
            <a:ext cx="462280" cy="977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50">
                <a:latin typeface="Calibri"/>
                <a:cs typeface="Calibri"/>
              </a:rPr>
              <a:t>Regulaminu</a:t>
            </a:r>
            <a:r>
              <a:rPr dirty="0" sz="450" spc="60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pracy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9432" y="836929"/>
            <a:ext cx="577850" cy="844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50" spc="10">
                <a:latin typeface="Calibri"/>
                <a:cs typeface="Calibri"/>
              </a:rPr>
              <a:t>Imię</a:t>
            </a:r>
            <a:r>
              <a:rPr dirty="0" sz="350" spc="50">
                <a:latin typeface="Calibri"/>
                <a:cs typeface="Calibri"/>
              </a:rPr>
              <a:t> </a:t>
            </a:r>
            <a:r>
              <a:rPr dirty="0" sz="350" spc="10">
                <a:latin typeface="Calibri"/>
                <a:cs typeface="Calibri"/>
              </a:rPr>
              <a:t>i</a:t>
            </a:r>
            <a:r>
              <a:rPr dirty="0" sz="350" spc="60">
                <a:latin typeface="Calibri"/>
                <a:cs typeface="Calibri"/>
              </a:rPr>
              <a:t> </a:t>
            </a:r>
            <a:r>
              <a:rPr dirty="0" sz="350" spc="10">
                <a:latin typeface="Calibri"/>
                <a:cs typeface="Calibri"/>
              </a:rPr>
              <a:t>nazwisko</a:t>
            </a:r>
            <a:r>
              <a:rPr dirty="0" sz="350" spc="40">
                <a:latin typeface="Calibri"/>
                <a:cs typeface="Calibri"/>
              </a:rPr>
              <a:t> </a:t>
            </a:r>
            <a:r>
              <a:rPr dirty="0" sz="350" spc="-10">
                <a:latin typeface="Calibri"/>
                <a:cs typeface="Calibri"/>
              </a:rPr>
              <a:t>pracownika</a:t>
            </a:r>
            <a:endParaRPr sz="3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666" y="910653"/>
            <a:ext cx="1429385" cy="22225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r" marR="139065">
              <a:lnSpc>
                <a:spcPct val="100000"/>
              </a:lnSpc>
              <a:spcBef>
                <a:spcPts val="114"/>
              </a:spcBef>
            </a:pPr>
            <a:r>
              <a:rPr dirty="0" sz="500" spc="-10" b="1">
                <a:latin typeface="Calibri"/>
                <a:cs typeface="Calibri"/>
              </a:rPr>
              <a:t>zdalnej</a:t>
            </a:r>
            <a:endParaRPr sz="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450" spc="10">
                <a:latin typeface="Calibri"/>
                <a:cs typeface="Calibri"/>
              </a:rPr>
              <a:t>szczególnych </a:t>
            </a:r>
            <a:r>
              <a:rPr dirty="0" sz="450">
                <a:latin typeface="Calibri"/>
                <a:cs typeface="Calibri"/>
              </a:rPr>
              <a:t>rozwiązaniach</a:t>
            </a:r>
            <a:r>
              <a:rPr dirty="0" sz="450" spc="10">
                <a:latin typeface="Calibri"/>
                <a:cs typeface="Calibri"/>
              </a:rPr>
              <a:t> związanych</a:t>
            </a:r>
            <a:r>
              <a:rPr dirty="0" sz="450" spc="15">
                <a:latin typeface="Calibri"/>
                <a:cs typeface="Calibri"/>
              </a:rPr>
              <a:t> </a:t>
            </a:r>
            <a:r>
              <a:rPr dirty="0" sz="450" spc="10">
                <a:latin typeface="Calibri"/>
                <a:cs typeface="Calibri"/>
              </a:rPr>
              <a:t>z </a:t>
            </a:r>
            <a:r>
              <a:rPr dirty="0" sz="450" spc="-10">
                <a:latin typeface="Calibri"/>
                <a:cs typeface="Calibri"/>
              </a:rPr>
              <a:t>zapobieganiem,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0079" y="841438"/>
            <a:ext cx="790575" cy="0"/>
          </a:xfrm>
          <a:custGeom>
            <a:avLst/>
            <a:gdLst/>
            <a:ahLst/>
            <a:cxnLst/>
            <a:rect l="l" t="t" r="r" b="b"/>
            <a:pathLst>
              <a:path w="790575" h="0">
                <a:moveTo>
                  <a:pt x="0" y="0"/>
                </a:moveTo>
                <a:lnTo>
                  <a:pt x="266223" y="0"/>
                </a:lnTo>
              </a:path>
              <a:path w="790575" h="0">
                <a:moveTo>
                  <a:pt x="262128" y="0"/>
                </a:moveTo>
                <a:lnTo>
                  <a:pt x="528351" y="0"/>
                </a:lnTo>
              </a:path>
              <a:path w="790575" h="0">
                <a:moveTo>
                  <a:pt x="524256" y="0"/>
                </a:moveTo>
                <a:lnTo>
                  <a:pt x="790479" y="0"/>
                </a:lnTo>
              </a:path>
            </a:pathLst>
          </a:custGeom>
          <a:ln w="4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49669" y="830103"/>
            <a:ext cx="55880" cy="977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50" spc="-50">
                <a:latin typeface="Calibri"/>
                <a:cs typeface="Calibri"/>
              </a:rPr>
              <a:t>0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58179" y="2476595"/>
            <a:ext cx="230504" cy="977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50" spc="-10">
                <a:latin typeface="Calibri"/>
                <a:cs typeface="Calibri"/>
              </a:rPr>
              <a:t>dzinowa</a:t>
            </a:r>
            <a:endParaRPr sz="45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35983" y="1160906"/>
          <a:ext cx="1919605" cy="8679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2255"/>
                <a:gridCol w="262255"/>
                <a:gridCol w="262255"/>
                <a:gridCol w="262255"/>
                <a:gridCol w="262255"/>
                <a:gridCol w="262255"/>
                <a:gridCol w="262255"/>
              </a:tblGrid>
              <a:tr h="6223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15240" indent="60960">
                        <a:lnSpc>
                          <a:spcPct val="113500"/>
                        </a:lnSpc>
                      </a:pPr>
                      <a:r>
                        <a:rPr dirty="0" sz="450" spc="-2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dirty="0" sz="45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450" spc="-10">
                          <a:latin typeface="Times New Roman"/>
                          <a:cs typeface="Times New Roman"/>
                        </a:rPr>
                        <a:t>czynności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algn="just" marL="23495" marR="3810" indent="10160">
                        <a:lnSpc>
                          <a:spcPct val="113500"/>
                        </a:lnSpc>
                      </a:pPr>
                      <a:r>
                        <a:rPr dirty="0" sz="450" spc="-10">
                          <a:latin typeface="Times New Roman"/>
                          <a:cs typeface="Times New Roman"/>
                        </a:rPr>
                        <a:t>Godzina</a:t>
                      </a:r>
                      <a:r>
                        <a:rPr dirty="0" sz="45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450" spc="-10">
                          <a:latin typeface="Times New Roman"/>
                          <a:cs typeface="Times New Roman"/>
                        </a:rPr>
                        <a:t>rozpoczę</a:t>
                      </a:r>
                      <a:r>
                        <a:rPr dirty="0" sz="45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450">
                          <a:latin typeface="Times New Roman"/>
                          <a:cs typeface="Times New Roman"/>
                        </a:rPr>
                        <a:t>cia</a:t>
                      </a:r>
                      <a:r>
                        <a:rPr dirty="0" sz="450" spc="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450" spc="-10">
                          <a:latin typeface="Times New Roman"/>
                          <a:cs typeface="Times New Roman"/>
                        </a:rPr>
                        <a:t>pracy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algn="just" marL="21590" marR="3810" indent="12065">
                        <a:lnSpc>
                          <a:spcPct val="113500"/>
                        </a:lnSpc>
                      </a:pPr>
                      <a:r>
                        <a:rPr dirty="0" sz="450" spc="-10">
                          <a:latin typeface="Times New Roman"/>
                          <a:cs typeface="Times New Roman"/>
                        </a:rPr>
                        <a:t>Godzina</a:t>
                      </a:r>
                      <a:r>
                        <a:rPr dirty="0" sz="45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450" spc="-10">
                          <a:latin typeface="Times New Roman"/>
                          <a:cs typeface="Times New Roman"/>
                        </a:rPr>
                        <a:t>zakończe</a:t>
                      </a:r>
                      <a:r>
                        <a:rPr dirty="0" sz="45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450">
                          <a:latin typeface="Times New Roman"/>
                          <a:cs typeface="Times New Roman"/>
                        </a:rPr>
                        <a:t>nia</a:t>
                      </a:r>
                      <a:r>
                        <a:rPr dirty="0" sz="450" spc="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450" spc="-10">
                          <a:latin typeface="Times New Roman"/>
                          <a:cs typeface="Times New Roman"/>
                        </a:rPr>
                        <a:t>pracy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438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450" spc="-10">
                          <a:latin typeface="Times New Roman"/>
                          <a:cs typeface="Times New Roman"/>
                        </a:rPr>
                        <a:t>Zmiana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algn="ctr" marL="15240" marR="3175">
                        <a:lnSpc>
                          <a:spcPct val="113500"/>
                        </a:lnSpc>
                      </a:pPr>
                      <a:r>
                        <a:rPr dirty="0" sz="450" spc="-10">
                          <a:latin typeface="Times New Roman"/>
                          <a:cs typeface="Times New Roman"/>
                        </a:rPr>
                        <a:t>Czynnośc</a:t>
                      </a:r>
                      <a:r>
                        <a:rPr dirty="0" sz="45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450" spc="-5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45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450" spc="-10">
                          <a:latin typeface="Times New Roman"/>
                          <a:cs typeface="Times New Roman"/>
                        </a:rPr>
                        <a:t>wykonan</a:t>
                      </a:r>
                      <a:r>
                        <a:rPr dirty="0" sz="45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450" spc="-50">
                          <a:latin typeface="Times New Roman"/>
                          <a:cs typeface="Times New Roman"/>
                        </a:rPr>
                        <a:t>e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Times New Roman"/>
                          <a:cs typeface="Times New Roman"/>
                        </a:rPr>
                        <a:t>Forma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algn="ctr" marL="17145" indent="635">
                        <a:lnSpc>
                          <a:spcPct val="113500"/>
                        </a:lnSpc>
                      </a:pPr>
                      <a:r>
                        <a:rPr dirty="0" sz="450" spc="-10">
                          <a:latin typeface="Times New Roman"/>
                          <a:cs typeface="Times New Roman"/>
                        </a:rPr>
                        <a:t>pracy</a:t>
                      </a:r>
                      <a:r>
                        <a:rPr dirty="0" sz="45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450" spc="-10">
                          <a:latin typeface="Times New Roman"/>
                          <a:cs typeface="Times New Roman"/>
                        </a:rPr>
                        <a:t>zdalnej</a:t>
                      </a:r>
                      <a:r>
                        <a:rPr dirty="0" sz="45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450" spc="-10">
                          <a:latin typeface="Times New Roman"/>
                          <a:cs typeface="Times New Roman"/>
                        </a:rPr>
                        <a:t>(telefon,</a:t>
                      </a:r>
                      <a:r>
                        <a:rPr dirty="0" sz="45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450" spc="-10">
                          <a:latin typeface="Times New Roman"/>
                          <a:cs typeface="Times New Roman"/>
                        </a:rPr>
                        <a:t>Microsoft</a:t>
                      </a:r>
                      <a:r>
                        <a:rPr dirty="0" sz="45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450" spc="-10">
                          <a:latin typeface="Times New Roman"/>
                          <a:cs typeface="Times New Roman"/>
                        </a:rPr>
                        <a:t>Teams,</a:t>
                      </a:r>
                      <a:r>
                        <a:rPr dirty="0" sz="45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450" spc="-10">
                          <a:latin typeface="Times New Roman"/>
                          <a:cs typeface="Times New Roman"/>
                        </a:rPr>
                        <a:t>Speed</a:t>
                      </a:r>
                      <a:r>
                        <a:rPr dirty="0" sz="45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450" spc="-10">
                          <a:latin typeface="Times New Roman"/>
                          <a:cs typeface="Times New Roman"/>
                        </a:rPr>
                        <a:t>itp.)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algn="ctr" marL="17145" marR="2540" indent="635">
                        <a:lnSpc>
                          <a:spcPct val="113500"/>
                        </a:lnSpc>
                      </a:pPr>
                      <a:r>
                        <a:rPr dirty="0" sz="450" spc="-10">
                          <a:latin typeface="Times New Roman"/>
                          <a:cs typeface="Times New Roman"/>
                        </a:rPr>
                        <a:t>Dodatko</a:t>
                      </a:r>
                      <a:r>
                        <a:rPr dirty="0" sz="45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450" spc="-25">
                          <a:latin typeface="Times New Roman"/>
                          <a:cs typeface="Times New Roman"/>
                        </a:rPr>
                        <a:t>we</a:t>
                      </a:r>
                      <a:r>
                        <a:rPr dirty="0" sz="45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450" spc="-10">
                          <a:latin typeface="Times New Roman"/>
                          <a:cs typeface="Times New Roman"/>
                        </a:rPr>
                        <a:t>informacj</a:t>
                      </a:r>
                      <a:r>
                        <a:rPr dirty="0" sz="45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450" spc="-50">
                          <a:latin typeface="Times New Roman"/>
                          <a:cs typeface="Times New Roman"/>
                        </a:rPr>
                        <a:t>e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8/1/2026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23495" marR="7620" indent="77470">
                        <a:lnSpc>
                          <a:spcPct val="107500"/>
                        </a:lnSpc>
                        <a:spcBef>
                          <a:spcPts val="229"/>
                        </a:spcBef>
                      </a:pPr>
                      <a:r>
                        <a:rPr dirty="0" sz="500" spc="-25">
                          <a:latin typeface="Times New Roman"/>
                          <a:cs typeface="Times New Roman"/>
                        </a:rPr>
                        <a:t>w,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10">
                          <a:latin typeface="Times New Roman"/>
                          <a:cs typeface="Times New Roman"/>
                        </a:rPr>
                        <a:t>uzupełni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209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teams,</a:t>
                      </a:r>
                      <a:r>
                        <a:rPr dirty="0" sz="4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tx,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333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whatsapp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5240">
                        <a:lnSpc>
                          <a:spcPts val="480"/>
                        </a:lnSpc>
                        <a:spcBef>
                          <a:spcPts val="75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outlook,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15:00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23:00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9209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9209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  <a:tr h="77470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8/2/2026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07.00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15:00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marL="6350">
                        <a:lnSpc>
                          <a:spcPts val="550"/>
                        </a:lnSpc>
                      </a:pPr>
                      <a:r>
                        <a:rPr dirty="0" sz="500" spc="-10">
                          <a:latin typeface="Times New Roman"/>
                          <a:cs typeface="Times New Roman"/>
                        </a:rPr>
                        <a:t>parkingó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  <a:p>
                      <a:pPr algn="ctr" marL="23495" marR="7620" indent="-1905">
                        <a:lnSpc>
                          <a:spcPct val="107500"/>
                        </a:lnSpc>
                      </a:pPr>
                      <a:r>
                        <a:rPr dirty="0" sz="500" spc="-25">
                          <a:latin typeface="Times New Roman"/>
                          <a:cs typeface="Times New Roman"/>
                        </a:rPr>
                        <a:t>w,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10">
                          <a:latin typeface="Times New Roman"/>
                          <a:cs typeface="Times New Roman"/>
                        </a:rPr>
                        <a:t>uzupełni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20">
                          <a:latin typeface="Times New Roman"/>
                          <a:cs typeface="Times New Roman"/>
                        </a:rPr>
                        <a:t>anie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50165">
                        <a:lnSpc>
                          <a:spcPts val="250"/>
                        </a:lnSpc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Speed,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3335">
                        <a:lnSpc>
                          <a:spcPct val="113500"/>
                        </a:lnSpc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teams,</a:t>
                      </a:r>
                      <a:r>
                        <a:rPr dirty="0" sz="4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tx,</a:t>
                      </a:r>
                      <a:r>
                        <a:rPr dirty="0" sz="45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whatsapp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52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outlook,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10:00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14:00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  <a:tr h="77470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8/3/2026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07.00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15:00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5">
                          <a:latin typeface="Calibri"/>
                          <a:cs typeface="Calibri"/>
                        </a:rPr>
                        <a:t>uw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marL="6350">
                        <a:lnSpc>
                          <a:spcPts val="550"/>
                        </a:lnSpc>
                      </a:pPr>
                      <a:r>
                        <a:rPr dirty="0" sz="500" spc="-10">
                          <a:latin typeface="Times New Roman"/>
                          <a:cs typeface="Times New Roman"/>
                        </a:rPr>
                        <a:t>parkingó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  <a:p>
                      <a:pPr algn="ctr" marL="23495" marR="7620" indent="-1905">
                        <a:lnSpc>
                          <a:spcPct val="107500"/>
                        </a:lnSpc>
                      </a:pPr>
                      <a:r>
                        <a:rPr dirty="0" sz="500" spc="-25">
                          <a:latin typeface="Times New Roman"/>
                          <a:cs typeface="Times New Roman"/>
                        </a:rPr>
                        <a:t>w,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10">
                          <a:latin typeface="Times New Roman"/>
                          <a:cs typeface="Times New Roman"/>
                        </a:rPr>
                        <a:t>uzupełni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20">
                          <a:latin typeface="Times New Roman"/>
                          <a:cs typeface="Times New Roman"/>
                        </a:rPr>
                        <a:t>anie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lstStyle/>
                    <a:p>
                      <a:pPr marL="50165">
                        <a:lnSpc>
                          <a:spcPts val="250"/>
                        </a:lnSpc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Speed,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3335">
                        <a:lnSpc>
                          <a:spcPct val="113500"/>
                        </a:lnSpc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teams,</a:t>
                      </a:r>
                      <a:r>
                        <a:rPr dirty="0" sz="4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tx,</a:t>
                      </a:r>
                      <a:r>
                        <a:rPr dirty="0" sz="45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whatsapp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52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outlook,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10:00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14:00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stawka</a:t>
                      </a:r>
                      <a:r>
                        <a:rPr dirty="0" sz="450" spc="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go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8/4/2026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5">
                          <a:latin typeface="Calibri"/>
                          <a:cs typeface="Calibri"/>
                        </a:rPr>
                        <a:t>uw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23495" marR="7620" indent="77470">
                        <a:lnSpc>
                          <a:spcPct val="107500"/>
                        </a:lnSpc>
                        <a:spcBef>
                          <a:spcPts val="225"/>
                        </a:spcBef>
                      </a:pPr>
                      <a:r>
                        <a:rPr dirty="0" sz="500" spc="-25">
                          <a:latin typeface="Times New Roman"/>
                          <a:cs typeface="Times New Roman"/>
                        </a:rPr>
                        <a:t>w,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10">
                          <a:latin typeface="Times New Roman"/>
                          <a:cs typeface="Times New Roman"/>
                        </a:rPr>
                        <a:t>uzupełni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teams,</a:t>
                      </a:r>
                      <a:r>
                        <a:rPr dirty="0" sz="4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tx,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333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whatsapp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5240">
                        <a:lnSpc>
                          <a:spcPts val="480"/>
                        </a:lnSpc>
                        <a:spcBef>
                          <a:spcPts val="75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outlook,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15:00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23:00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8/5/2026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50">
                          <a:latin typeface="Calibri"/>
                          <a:cs typeface="Calibri"/>
                        </a:rPr>
                        <a:t>W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23495" marR="7620" indent="77470">
                        <a:lnSpc>
                          <a:spcPct val="107500"/>
                        </a:lnSpc>
                        <a:spcBef>
                          <a:spcPts val="225"/>
                        </a:spcBef>
                      </a:pPr>
                      <a:r>
                        <a:rPr dirty="0" sz="500" spc="-25">
                          <a:latin typeface="Times New Roman"/>
                          <a:cs typeface="Times New Roman"/>
                        </a:rPr>
                        <a:t>w,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10">
                          <a:latin typeface="Times New Roman"/>
                          <a:cs typeface="Times New Roman"/>
                        </a:rPr>
                        <a:t>uzupełni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teams,</a:t>
                      </a:r>
                      <a:r>
                        <a:rPr dirty="0" sz="4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tx,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333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whatsapp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5240">
                        <a:lnSpc>
                          <a:spcPts val="480"/>
                        </a:lnSpc>
                        <a:spcBef>
                          <a:spcPts val="75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outlook,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15:00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23:00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8/6/2026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50">
                          <a:latin typeface="Calibri"/>
                          <a:cs typeface="Calibri"/>
                        </a:rPr>
                        <a:t>W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23495" marR="7620" indent="77470">
                        <a:lnSpc>
                          <a:spcPct val="107500"/>
                        </a:lnSpc>
                        <a:spcBef>
                          <a:spcPts val="225"/>
                        </a:spcBef>
                      </a:pPr>
                      <a:r>
                        <a:rPr dirty="0" sz="500" spc="-25">
                          <a:latin typeface="Times New Roman"/>
                          <a:cs typeface="Times New Roman"/>
                        </a:rPr>
                        <a:t>w,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10">
                          <a:latin typeface="Times New Roman"/>
                          <a:cs typeface="Times New Roman"/>
                        </a:rPr>
                        <a:t>uzupełni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teams,</a:t>
                      </a:r>
                      <a:r>
                        <a:rPr dirty="0" sz="4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tx,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333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whatsapp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5240">
                        <a:lnSpc>
                          <a:spcPts val="480"/>
                        </a:lnSpc>
                        <a:spcBef>
                          <a:spcPts val="75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outlook,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15:00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23:00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8/7/2026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BIURO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23495" marR="7620" indent="77470">
                        <a:lnSpc>
                          <a:spcPct val="107500"/>
                        </a:lnSpc>
                        <a:spcBef>
                          <a:spcPts val="225"/>
                        </a:spcBef>
                      </a:pPr>
                      <a:r>
                        <a:rPr dirty="0" sz="500" spc="-25">
                          <a:latin typeface="Times New Roman"/>
                          <a:cs typeface="Times New Roman"/>
                        </a:rPr>
                        <a:t>w,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10">
                          <a:latin typeface="Times New Roman"/>
                          <a:cs typeface="Times New Roman"/>
                        </a:rPr>
                        <a:t>uzupełni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3"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teams,</a:t>
                      </a:r>
                      <a:r>
                        <a:rPr dirty="0" sz="4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tx,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333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whatsapp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5240">
                        <a:lnSpc>
                          <a:spcPts val="480"/>
                        </a:lnSpc>
                        <a:spcBef>
                          <a:spcPts val="75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outlook,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15:00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23:00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8/8/2026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50">
                          <a:latin typeface="Calibri"/>
                          <a:cs typeface="Calibri"/>
                        </a:rPr>
                        <a:t>X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23495" marR="7620" indent="77470">
                        <a:lnSpc>
                          <a:spcPct val="107500"/>
                        </a:lnSpc>
                        <a:spcBef>
                          <a:spcPts val="225"/>
                        </a:spcBef>
                      </a:pPr>
                      <a:r>
                        <a:rPr dirty="0" sz="500" spc="-25">
                          <a:latin typeface="Times New Roman"/>
                          <a:cs typeface="Times New Roman"/>
                        </a:rPr>
                        <a:t>w,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10">
                          <a:latin typeface="Times New Roman"/>
                          <a:cs typeface="Times New Roman"/>
                        </a:rPr>
                        <a:t>uzupełni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teams,</a:t>
                      </a:r>
                      <a:r>
                        <a:rPr dirty="0" sz="4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tx,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333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whatsapp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5240">
                        <a:lnSpc>
                          <a:spcPts val="480"/>
                        </a:lnSpc>
                        <a:spcBef>
                          <a:spcPts val="75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outlook,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15:00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23:00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  <a:tr h="77470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8/9/2026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50">
                          <a:latin typeface="Calibri"/>
                          <a:cs typeface="Calibri"/>
                        </a:rPr>
                        <a:t>X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marL="6350">
                        <a:lnSpc>
                          <a:spcPts val="550"/>
                        </a:lnSpc>
                      </a:pPr>
                      <a:r>
                        <a:rPr dirty="0" sz="500" spc="-10">
                          <a:latin typeface="Times New Roman"/>
                          <a:cs typeface="Times New Roman"/>
                        </a:rPr>
                        <a:t>parkingó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  <a:p>
                      <a:pPr algn="ctr" marL="23495" marR="7620" indent="-1905">
                        <a:lnSpc>
                          <a:spcPct val="107500"/>
                        </a:lnSpc>
                      </a:pPr>
                      <a:r>
                        <a:rPr dirty="0" sz="500" spc="-25">
                          <a:latin typeface="Times New Roman"/>
                          <a:cs typeface="Times New Roman"/>
                        </a:rPr>
                        <a:t>w,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10">
                          <a:latin typeface="Times New Roman"/>
                          <a:cs typeface="Times New Roman"/>
                        </a:rPr>
                        <a:t>uzupełni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20">
                          <a:latin typeface="Times New Roman"/>
                          <a:cs typeface="Times New Roman"/>
                        </a:rPr>
                        <a:t>anie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50165">
                        <a:lnSpc>
                          <a:spcPts val="250"/>
                        </a:lnSpc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Speed,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3335">
                        <a:lnSpc>
                          <a:spcPct val="113500"/>
                        </a:lnSpc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teams,</a:t>
                      </a:r>
                      <a:r>
                        <a:rPr dirty="0" sz="4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tx,</a:t>
                      </a:r>
                      <a:r>
                        <a:rPr dirty="0" sz="45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whatsapp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52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outlook,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10:00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14:00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  <a:tr h="77470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########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07.00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15:00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marL="6350">
                        <a:lnSpc>
                          <a:spcPts val="550"/>
                        </a:lnSpc>
                      </a:pPr>
                      <a:r>
                        <a:rPr dirty="0" sz="500" spc="-10">
                          <a:latin typeface="Times New Roman"/>
                          <a:cs typeface="Times New Roman"/>
                        </a:rPr>
                        <a:t>parkingó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  <a:p>
                      <a:pPr algn="ctr" marL="23495" marR="7620" indent="-1905">
                        <a:lnSpc>
                          <a:spcPct val="107500"/>
                        </a:lnSpc>
                      </a:pPr>
                      <a:r>
                        <a:rPr dirty="0" sz="500" spc="-25">
                          <a:latin typeface="Times New Roman"/>
                          <a:cs typeface="Times New Roman"/>
                        </a:rPr>
                        <a:t>w,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10">
                          <a:latin typeface="Times New Roman"/>
                          <a:cs typeface="Times New Roman"/>
                        </a:rPr>
                        <a:t>uzupełni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20">
                          <a:latin typeface="Times New Roman"/>
                          <a:cs typeface="Times New Roman"/>
                        </a:rPr>
                        <a:t>anie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lstStyle/>
                    <a:p>
                      <a:pPr marL="50165">
                        <a:lnSpc>
                          <a:spcPts val="250"/>
                        </a:lnSpc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Speed,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3335">
                        <a:lnSpc>
                          <a:spcPct val="113500"/>
                        </a:lnSpc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teams,</a:t>
                      </a:r>
                      <a:r>
                        <a:rPr dirty="0" sz="4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tx,</a:t>
                      </a:r>
                      <a:r>
                        <a:rPr dirty="0" sz="45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whatsapp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52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outlook,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10:00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15:00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23:00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50">
                          <a:latin typeface="Calibri"/>
                          <a:cs typeface="Calibri"/>
                        </a:rPr>
                        <a:t>X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########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23495" marR="7620" indent="77470">
                        <a:lnSpc>
                          <a:spcPct val="107500"/>
                        </a:lnSpc>
                        <a:spcBef>
                          <a:spcPts val="225"/>
                        </a:spcBef>
                      </a:pPr>
                      <a:r>
                        <a:rPr dirty="0" sz="500" spc="-25">
                          <a:latin typeface="Times New Roman"/>
                          <a:cs typeface="Times New Roman"/>
                        </a:rPr>
                        <a:t>w,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10">
                          <a:latin typeface="Times New Roman"/>
                          <a:cs typeface="Times New Roman"/>
                        </a:rPr>
                        <a:t>uzupełni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teams,</a:t>
                      </a:r>
                      <a:r>
                        <a:rPr dirty="0" sz="4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tx,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333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whatsapp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5240">
                        <a:lnSpc>
                          <a:spcPts val="480"/>
                        </a:lnSpc>
                        <a:spcBef>
                          <a:spcPts val="75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outlook,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15:00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23:00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50">
                          <a:latin typeface="Calibri"/>
                          <a:cs typeface="Calibri"/>
                        </a:rPr>
                        <a:t>X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########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23495" marR="7620" indent="77470">
                        <a:lnSpc>
                          <a:spcPct val="107500"/>
                        </a:lnSpc>
                        <a:spcBef>
                          <a:spcPts val="225"/>
                        </a:spcBef>
                      </a:pPr>
                      <a:r>
                        <a:rPr dirty="0" sz="500" spc="-25">
                          <a:latin typeface="Times New Roman"/>
                          <a:cs typeface="Times New Roman"/>
                        </a:rPr>
                        <a:t>w,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10">
                          <a:latin typeface="Times New Roman"/>
                          <a:cs typeface="Times New Roman"/>
                        </a:rPr>
                        <a:t>uzupełni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teams,</a:t>
                      </a:r>
                      <a:r>
                        <a:rPr dirty="0" sz="4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tx,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333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whatsapp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5240">
                        <a:lnSpc>
                          <a:spcPts val="480"/>
                        </a:lnSpc>
                        <a:spcBef>
                          <a:spcPts val="75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outlook,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15:00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23:00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50">
                          <a:latin typeface="Calibri"/>
                          <a:cs typeface="Calibri"/>
                        </a:rPr>
                        <a:t>X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########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23495" marR="7620" indent="77470">
                        <a:lnSpc>
                          <a:spcPct val="107500"/>
                        </a:lnSpc>
                        <a:spcBef>
                          <a:spcPts val="229"/>
                        </a:spcBef>
                      </a:pPr>
                      <a:r>
                        <a:rPr dirty="0" sz="500" spc="-25">
                          <a:latin typeface="Times New Roman"/>
                          <a:cs typeface="Times New Roman"/>
                        </a:rPr>
                        <a:t>w,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10">
                          <a:latin typeface="Times New Roman"/>
                          <a:cs typeface="Times New Roman"/>
                        </a:rPr>
                        <a:t>uzupełni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209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teams,</a:t>
                      </a:r>
                      <a:r>
                        <a:rPr dirty="0" sz="4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tx,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333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whatsapp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5240">
                        <a:lnSpc>
                          <a:spcPts val="480"/>
                        </a:lnSpc>
                        <a:spcBef>
                          <a:spcPts val="75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outlook,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15:00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23:00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50">
                          <a:latin typeface="Calibri"/>
                          <a:cs typeface="Calibri"/>
                        </a:rPr>
                        <a:t>X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9209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9209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########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23495" marR="7620" indent="77470">
                        <a:lnSpc>
                          <a:spcPct val="107500"/>
                        </a:lnSpc>
                        <a:spcBef>
                          <a:spcPts val="229"/>
                        </a:spcBef>
                      </a:pPr>
                      <a:r>
                        <a:rPr dirty="0" sz="500" spc="-25">
                          <a:latin typeface="Times New Roman"/>
                          <a:cs typeface="Times New Roman"/>
                        </a:rPr>
                        <a:t>w,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10">
                          <a:latin typeface="Times New Roman"/>
                          <a:cs typeface="Times New Roman"/>
                        </a:rPr>
                        <a:t>uzupełni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209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teams,</a:t>
                      </a:r>
                      <a:r>
                        <a:rPr dirty="0" sz="4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tx,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333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whatsapp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5240">
                        <a:lnSpc>
                          <a:spcPts val="480"/>
                        </a:lnSpc>
                        <a:spcBef>
                          <a:spcPts val="75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outlook,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15:00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23:00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50">
                          <a:latin typeface="Calibri"/>
                          <a:cs typeface="Calibri"/>
                        </a:rPr>
                        <a:t>X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9209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9209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########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07.00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15:00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marL="6350">
                        <a:lnSpc>
                          <a:spcPts val="550"/>
                        </a:lnSpc>
                      </a:pPr>
                      <a:r>
                        <a:rPr dirty="0" sz="500" spc="-10">
                          <a:latin typeface="Times New Roman"/>
                          <a:cs typeface="Times New Roman"/>
                        </a:rPr>
                        <a:t>parkingó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  <a:p>
                      <a:pPr algn="ctr" marL="23495" marR="7620" indent="-1905">
                        <a:lnSpc>
                          <a:spcPct val="107500"/>
                        </a:lnSpc>
                      </a:pPr>
                      <a:r>
                        <a:rPr dirty="0" sz="500" spc="-25">
                          <a:latin typeface="Times New Roman"/>
                          <a:cs typeface="Times New Roman"/>
                        </a:rPr>
                        <a:t>w,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10">
                          <a:latin typeface="Times New Roman"/>
                          <a:cs typeface="Times New Roman"/>
                        </a:rPr>
                        <a:t>uzupełni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20">
                          <a:latin typeface="Times New Roman"/>
                          <a:cs typeface="Times New Roman"/>
                        </a:rPr>
                        <a:t>anie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50165">
                        <a:lnSpc>
                          <a:spcPts val="250"/>
                        </a:lnSpc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Speed,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3335">
                        <a:lnSpc>
                          <a:spcPct val="113500"/>
                        </a:lnSpc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teams,</a:t>
                      </a:r>
                      <a:r>
                        <a:rPr dirty="0" sz="4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tx,</a:t>
                      </a:r>
                      <a:r>
                        <a:rPr dirty="0" sz="45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whatsapp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52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outlook,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10:00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14:00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  <a:tr h="77470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########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07.00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15:00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marL="6350">
                        <a:lnSpc>
                          <a:spcPts val="550"/>
                        </a:lnSpc>
                      </a:pPr>
                      <a:r>
                        <a:rPr dirty="0" sz="500" spc="-10">
                          <a:latin typeface="Times New Roman"/>
                          <a:cs typeface="Times New Roman"/>
                        </a:rPr>
                        <a:t>parkingó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  <a:p>
                      <a:pPr algn="ctr" marL="23495" marR="7620" indent="-1905">
                        <a:lnSpc>
                          <a:spcPct val="107500"/>
                        </a:lnSpc>
                      </a:pPr>
                      <a:r>
                        <a:rPr dirty="0" sz="500" spc="-25">
                          <a:latin typeface="Times New Roman"/>
                          <a:cs typeface="Times New Roman"/>
                        </a:rPr>
                        <a:t>w,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10">
                          <a:latin typeface="Times New Roman"/>
                          <a:cs typeface="Times New Roman"/>
                        </a:rPr>
                        <a:t>uzupełni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20">
                          <a:latin typeface="Times New Roman"/>
                          <a:cs typeface="Times New Roman"/>
                        </a:rPr>
                        <a:t>anie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50165">
                        <a:lnSpc>
                          <a:spcPts val="250"/>
                        </a:lnSpc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Speed,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3335">
                        <a:lnSpc>
                          <a:spcPct val="113500"/>
                        </a:lnSpc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teams,</a:t>
                      </a:r>
                      <a:r>
                        <a:rPr dirty="0" sz="4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tx,</a:t>
                      </a:r>
                      <a:r>
                        <a:rPr dirty="0" sz="45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whatsapp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52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outlook,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10:00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14:00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  <a:tr h="77470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########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BIURO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marL="6350">
                        <a:lnSpc>
                          <a:spcPts val="550"/>
                        </a:lnSpc>
                      </a:pPr>
                      <a:r>
                        <a:rPr dirty="0" sz="500" spc="-10">
                          <a:latin typeface="Times New Roman"/>
                          <a:cs typeface="Times New Roman"/>
                        </a:rPr>
                        <a:t>parkingó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  <a:p>
                      <a:pPr algn="ctr" marL="23495" marR="7620" indent="-1905">
                        <a:lnSpc>
                          <a:spcPct val="107500"/>
                        </a:lnSpc>
                      </a:pPr>
                      <a:r>
                        <a:rPr dirty="0" sz="500" spc="-25">
                          <a:latin typeface="Times New Roman"/>
                          <a:cs typeface="Times New Roman"/>
                        </a:rPr>
                        <a:t>w,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10">
                          <a:latin typeface="Times New Roman"/>
                          <a:cs typeface="Times New Roman"/>
                        </a:rPr>
                        <a:t>uzupełni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20">
                          <a:latin typeface="Times New Roman"/>
                          <a:cs typeface="Times New Roman"/>
                        </a:rPr>
                        <a:t>anie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lstStyle/>
                    <a:p>
                      <a:pPr marL="50165">
                        <a:lnSpc>
                          <a:spcPts val="250"/>
                        </a:lnSpc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Speed,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3335">
                        <a:lnSpc>
                          <a:spcPct val="113500"/>
                        </a:lnSpc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teams,</a:t>
                      </a:r>
                      <a:r>
                        <a:rPr dirty="0" sz="4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tx,</a:t>
                      </a:r>
                      <a:r>
                        <a:rPr dirty="0" sz="45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whatsapp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52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outlook,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10:00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14:00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########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BIURO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23495" marR="7620" indent="77470">
                        <a:lnSpc>
                          <a:spcPct val="107500"/>
                        </a:lnSpc>
                        <a:spcBef>
                          <a:spcPts val="225"/>
                        </a:spcBef>
                      </a:pPr>
                      <a:r>
                        <a:rPr dirty="0" sz="500" spc="-25">
                          <a:latin typeface="Times New Roman"/>
                          <a:cs typeface="Times New Roman"/>
                        </a:rPr>
                        <a:t>w,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10">
                          <a:latin typeface="Times New Roman"/>
                          <a:cs typeface="Times New Roman"/>
                        </a:rPr>
                        <a:t>uzupełni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teams,</a:t>
                      </a:r>
                      <a:r>
                        <a:rPr dirty="0" sz="4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tx,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333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whatsapp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5240">
                        <a:lnSpc>
                          <a:spcPts val="480"/>
                        </a:lnSpc>
                        <a:spcBef>
                          <a:spcPts val="75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outlook,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15:00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23:00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########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50">
                          <a:latin typeface="Calibri"/>
                          <a:cs typeface="Calibri"/>
                        </a:rPr>
                        <a:t>X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23495" marR="7620" indent="77470">
                        <a:lnSpc>
                          <a:spcPct val="107500"/>
                        </a:lnSpc>
                        <a:spcBef>
                          <a:spcPts val="225"/>
                        </a:spcBef>
                      </a:pPr>
                      <a:r>
                        <a:rPr dirty="0" sz="500" spc="-25">
                          <a:latin typeface="Times New Roman"/>
                          <a:cs typeface="Times New Roman"/>
                        </a:rPr>
                        <a:t>w,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10">
                          <a:latin typeface="Times New Roman"/>
                          <a:cs typeface="Times New Roman"/>
                        </a:rPr>
                        <a:t>uzupełni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teams,</a:t>
                      </a:r>
                      <a:r>
                        <a:rPr dirty="0" sz="4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tx,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333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whatsapp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5240">
                        <a:lnSpc>
                          <a:spcPts val="480"/>
                        </a:lnSpc>
                        <a:spcBef>
                          <a:spcPts val="75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outlook,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15:00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23:00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########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50">
                          <a:latin typeface="Calibri"/>
                          <a:cs typeface="Calibri"/>
                        </a:rPr>
                        <a:t>X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23495" marR="7620" indent="77470">
                        <a:lnSpc>
                          <a:spcPct val="107500"/>
                        </a:lnSpc>
                        <a:spcBef>
                          <a:spcPts val="225"/>
                        </a:spcBef>
                      </a:pPr>
                      <a:r>
                        <a:rPr dirty="0" sz="500" spc="-25">
                          <a:latin typeface="Times New Roman"/>
                          <a:cs typeface="Times New Roman"/>
                        </a:rPr>
                        <a:t>w,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10">
                          <a:latin typeface="Times New Roman"/>
                          <a:cs typeface="Times New Roman"/>
                        </a:rPr>
                        <a:t>uzupełni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teams,</a:t>
                      </a:r>
                      <a:r>
                        <a:rPr dirty="0" sz="4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tx,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333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whatsapp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5240">
                        <a:lnSpc>
                          <a:spcPts val="480"/>
                        </a:lnSpc>
                        <a:spcBef>
                          <a:spcPts val="75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outlook,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15:00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23:00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########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50">
                          <a:latin typeface="Calibri"/>
                          <a:cs typeface="Calibri"/>
                        </a:rPr>
                        <a:t>X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23495" marR="7620" indent="77470">
                        <a:lnSpc>
                          <a:spcPct val="107500"/>
                        </a:lnSpc>
                        <a:spcBef>
                          <a:spcPts val="225"/>
                        </a:spcBef>
                      </a:pPr>
                      <a:r>
                        <a:rPr dirty="0" sz="500" spc="-25">
                          <a:latin typeface="Times New Roman"/>
                          <a:cs typeface="Times New Roman"/>
                        </a:rPr>
                        <a:t>w,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10">
                          <a:latin typeface="Times New Roman"/>
                          <a:cs typeface="Times New Roman"/>
                        </a:rPr>
                        <a:t>uzupełni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teams,</a:t>
                      </a:r>
                      <a:r>
                        <a:rPr dirty="0" sz="4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tx,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333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whatsapp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5240">
                        <a:lnSpc>
                          <a:spcPts val="480"/>
                        </a:lnSpc>
                        <a:spcBef>
                          <a:spcPts val="75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outlook,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15:00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23:00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########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23495" marR="7620" indent="77470">
                        <a:lnSpc>
                          <a:spcPct val="107500"/>
                        </a:lnSpc>
                        <a:spcBef>
                          <a:spcPts val="229"/>
                        </a:spcBef>
                      </a:pPr>
                      <a:r>
                        <a:rPr dirty="0" sz="500" spc="-25">
                          <a:latin typeface="Times New Roman"/>
                          <a:cs typeface="Times New Roman"/>
                        </a:rPr>
                        <a:t>w,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10">
                          <a:latin typeface="Times New Roman"/>
                          <a:cs typeface="Times New Roman"/>
                        </a:rPr>
                        <a:t>uzupełni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209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teams,</a:t>
                      </a:r>
                      <a:r>
                        <a:rPr dirty="0" sz="4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tx,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333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whatsapp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5240">
                        <a:lnSpc>
                          <a:spcPts val="480"/>
                        </a:lnSpc>
                        <a:spcBef>
                          <a:spcPts val="75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outlook,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15:00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23:00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9209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9209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  <a:tr h="77470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########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07.00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15:00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marL="6350">
                        <a:lnSpc>
                          <a:spcPts val="550"/>
                        </a:lnSpc>
                      </a:pPr>
                      <a:r>
                        <a:rPr dirty="0" sz="500" spc="-10">
                          <a:latin typeface="Times New Roman"/>
                          <a:cs typeface="Times New Roman"/>
                        </a:rPr>
                        <a:t>parkingó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  <a:p>
                      <a:pPr algn="ctr" marL="23495" marR="7620" indent="-1905">
                        <a:lnSpc>
                          <a:spcPct val="107500"/>
                        </a:lnSpc>
                      </a:pPr>
                      <a:r>
                        <a:rPr dirty="0" sz="500" spc="-25">
                          <a:latin typeface="Times New Roman"/>
                          <a:cs typeface="Times New Roman"/>
                        </a:rPr>
                        <a:t>w,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10">
                          <a:latin typeface="Times New Roman"/>
                          <a:cs typeface="Times New Roman"/>
                        </a:rPr>
                        <a:t>uzupełni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20">
                          <a:latin typeface="Times New Roman"/>
                          <a:cs typeface="Times New Roman"/>
                        </a:rPr>
                        <a:t>anie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50165">
                        <a:lnSpc>
                          <a:spcPts val="250"/>
                        </a:lnSpc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Speed,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3335">
                        <a:lnSpc>
                          <a:spcPct val="113500"/>
                        </a:lnSpc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teams,</a:t>
                      </a:r>
                      <a:r>
                        <a:rPr dirty="0" sz="4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tx,</a:t>
                      </a:r>
                      <a:r>
                        <a:rPr dirty="0" sz="45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whatsapp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52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outlook,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10:00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14:00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  <a:tr h="77470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########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marL="6350">
                        <a:lnSpc>
                          <a:spcPts val="550"/>
                        </a:lnSpc>
                      </a:pPr>
                      <a:r>
                        <a:rPr dirty="0" sz="500" spc="-10">
                          <a:latin typeface="Times New Roman"/>
                          <a:cs typeface="Times New Roman"/>
                        </a:rPr>
                        <a:t>parkingó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  <a:p>
                      <a:pPr algn="ctr" marL="23495" marR="7620" indent="-1905">
                        <a:lnSpc>
                          <a:spcPct val="107500"/>
                        </a:lnSpc>
                      </a:pPr>
                      <a:r>
                        <a:rPr dirty="0" sz="500" spc="-25">
                          <a:latin typeface="Times New Roman"/>
                          <a:cs typeface="Times New Roman"/>
                        </a:rPr>
                        <a:t>w,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10">
                          <a:latin typeface="Times New Roman"/>
                          <a:cs typeface="Times New Roman"/>
                        </a:rPr>
                        <a:t>uzupełni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20">
                          <a:latin typeface="Times New Roman"/>
                          <a:cs typeface="Times New Roman"/>
                        </a:rPr>
                        <a:t>anie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lstStyle/>
                    <a:p>
                      <a:pPr marL="50165">
                        <a:lnSpc>
                          <a:spcPts val="250"/>
                        </a:lnSpc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Speed,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3335">
                        <a:lnSpc>
                          <a:spcPct val="113500"/>
                        </a:lnSpc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teams,</a:t>
                      </a:r>
                      <a:r>
                        <a:rPr dirty="0" sz="4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tx,</a:t>
                      </a:r>
                      <a:r>
                        <a:rPr dirty="0" sz="45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whatsapp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52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outlook,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10:00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15:00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23:00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50">
                          <a:latin typeface="Calibri"/>
                          <a:cs typeface="Calibri"/>
                        </a:rPr>
                        <a:t>X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########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23495" marR="7620" indent="77470">
                        <a:lnSpc>
                          <a:spcPct val="107500"/>
                        </a:lnSpc>
                        <a:spcBef>
                          <a:spcPts val="229"/>
                        </a:spcBef>
                      </a:pPr>
                      <a:r>
                        <a:rPr dirty="0" sz="500" spc="-25">
                          <a:latin typeface="Times New Roman"/>
                          <a:cs typeface="Times New Roman"/>
                        </a:rPr>
                        <a:t>w,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10">
                          <a:latin typeface="Times New Roman"/>
                          <a:cs typeface="Times New Roman"/>
                        </a:rPr>
                        <a:t>uzupełni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209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teams,</a:t>
                      </a:r>
                      <a:r>
                        <a:rPr dirty="0" sz="4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tx,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333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whatsapp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5240">
                        <a:lnSpc>
                          <a:spcPts val="480"/>
                        </a:lnSpc>
                        <a:spcBef>
                          <a:spcPts val="75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outlook,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15:00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23:00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50">
                          <a:latin typeface="Calibri"/>
                          <a:cs typeface="Calibri"/>
                        </a:rPr>
                        <a:t>X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9209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9209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########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23495" marR="7620" indent="77470">
                        <a:lnSpc>
                          <a:spcPct val="107500"/>
                        </a:lnSpc>
                        <a:spcBef>
                          <a:spcPts val="225"/>
                        </a:spcBef>
                      </a:pPr>
                      <a:r>
                        <a:rPr dirty="0" sz="500" spc="-25">
                          <a:latin typeface="Times New Roman"/>
                          <a:cs typeface="Times New Roman"/>
                        </a:rPr>
                        <a:t>w,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10">
                          <a:latin typeface="Times New Roman"/>
                          <a:cs typeface="Times New Roman"/>
                        </a:rPr>
                        <a:t>uzupełni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teams,</a:t>
                      </a:r>
                      <a:r>
                        <a:rPr dirty="0" sz="4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tx,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333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whatsapp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5240">
                        <a:lnSpc>
                          <a:spcPts val="480"/>
                        </a:lnSpc>
                        <a:spcBef>
                          <a:spcPts val="75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outlook,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15:00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23:00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50">
                          <a:latin typeface="Calibri"/>
                          <a:cs typeface="Calibri"/>
                        </a:rPr>
                        <a:t>X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########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23495" marR="7620" indent="77470">
                        <a:lnSpc>
                          <a:spcPct val="107500"/>
                        </a:lnSpc>
                        <a:spcBef>
                          <a:spcPts val="229"/>
                        </a:spcBef>
                      </a:pPr>
                      <a:r>
                        <a:rPr dirty="0" sz="500" spc="-25">
                          <a:latin typeface="Times New Roman"/>
                          <a:cs typeface="Times New Roman"/>
                        </a:rPr>
                        <a:t>w,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10">
                          <a:latin typeface="Times New Roman"/>
                          <a:cs typeface="Times New Roman"/>
                        </a:rPr>
                        <a:t>uzupełni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209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teams,</a:t>
                      </a:r>
                      <a:r>
                        <a:rPr dirty="0" sz="4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tx,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333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whatsapp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5240">
                        <a:lnSpc>
                          <a:spcPts val="480"/>
                        </a:lnSpc>
                        <a:spcBef>
                          <a:spcPts val="75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outlook,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15:00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23:00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50">
                          <a:latin typeface="Calibri"/>
                          <a:cs typeface="Calibri"/>
                        </a:rPr>
                        <a:t>X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9209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9209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########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23495" marR="7620" indent="77470">
                        <a:lnSpc>
                          <a:spcPct val="107500"/>
                        </a:lnSpc>
                        <a:spcBef>
                          <a:spcPts val="225"/>
                        </a:spcBef>
                      </a:pPr>
                      <a:r>
                        <a:rPr dirty="0" sz="500" spc="-25">
                          <a:latin typeface="Times New Roman"/>
                          <a:cs typeface="Times New Roman"/>
                        </a:rPr>
                        <a:t>w,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10">
                          <a:latin typeface="Times New Roman"/>
                          <a:cs typeface="Times New Roman"/>
                        </a:rPr>
                        <a:t>uzupełni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teams,</a:t>
                      </a:r>
                      <a:r>
                        <a:rPr dirty="0" sz="4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tx,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333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whatsapp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5240">
                        <a:lnSpc>
                          <a:spcPts val="480"/>
                        </a:lnSpc>
                        <a:spcBef>
                          <a:spcPts val="75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outlook,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15:00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23:00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50">
                          <a:latin typeface="Calibri"/>
                          <a:cs typeface="Calibri"/>
                        </a:rPr>
                        <a:t>X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########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50">
                          <a:latin typeface="Calibri"/>
                          <a:cs typeface="Calibri"/>
                        </a:rPr>
                        <a:t>X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23495" marR="7620" indent="77470">
                        <a:lnSpc>
                          <a:spcPct val="107500"/>
                        </a:lnSpc>
                        <a:spcBef>
                          <a:spcPts val="225"/>
                        </a:spcBef>
                      </a:pPr>
                      <a:r>
                        <a:rPr dirty="0" sz="500" spc="-25">
                          <a:latin typeface="Times New Roman"/>
                          <a:cs typeface="Times New Roman"/>
                        </a:rPr>
                        <a:t>w,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10">
                          <a:latin typeface="Times New Roman"/>
                          <a:cs typeface="Times New Roman"/>
                        </a:rPr>
                        <a:t>uzupełni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teams,</a:t>
                      </a:r>
                      <a:r>
                        <a:rPr dirty="0" sz="4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tx,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333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whatsapp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5240">
                        <a:lnSpc>
                          <a:spcPts val="480"/>
                        </a:lnSpc>
                        <a:spcBef>
                          <a:spcPts val="75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outlook,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15:00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23:00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solidFill>
                      <a:srgbClr val="D0CDC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</a:tr>
              <a:tr h="77470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########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50">
                          <a:latin typeface="Calibri"/>
                          <a:cs typeface="Calibri"/>
                        </a:rPr>
                        <a:t>X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marL="6350">
                        <a:lnSpc>
                          <a:spcPts val="550"/>
                        </a:lnSpc>
                      </a:pPr>
                      <a:r>
                        <a:rPr dirty="0" sz="500" spc="-10">
                          <a:latin typeface="Times New Roman"/>
                          <a:cs typeface="Times New Roman"/>
                        </a:rPr>
                        <a:t>parkingó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  <a:p>
                      <a:pPr algn="ctr" marL="23495" marR="7620" indent="-1905">
                        <a:lnSpc>
                          <a:spcPct val="107500"/>
                        </a:lnSpc>
                      </a:pPr>
                      <a:r>
                        <a:rPr dirty="0" sz="500" spc="-25">
                          <a:latin typeface="Times New Roman"/>
                          <a:cs typeface="Times New Roman"/>
                        </a:rPr>
                        <a:t>w,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10">
                          <a:latin typeface="Times New Roman"/>
                          <a:cs typeface="Times New Roman"/>
                        </a:rPr>
                        <a:t>uzupełni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20">
                          <a:latin typeface="Times New Roman"/>
                          <a:cs typeface="Times New Roman"/>
                        </a:rPr>
                        <a:t>anie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50165">
                        <a:lnSpc>
                          <a:spcPts val="250"/>
                        </a:lnSpc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Speed,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3335">
                        <a:lnSpc>
                          <a:spcPct val="113500"/>
                        </a:lnSpc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teams,</a:t>
                      </a:r>
                      <a:r>
                        <a:rPr dirty="0" sz="4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tx,</a:t>
                      </a:r>
                      <a:r>
                        <a:rPr dirty="0" sz="45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whatsapp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52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outlook,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10:00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14:00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0CDCD"/>
                    </a:solidFill>
                  </a:tcPr>
                </a:tc>
              </a:tr>
              <a:tr h="77470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########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marL="6350">
                        <a:lnSpc>
                          <a:spcPts val="550"/>
                        </a:lnSpc>
                      </a:pPr>
                      <a:r>
                        <a:rPr dirty="0" sz="500" spc="-10">
                          <a:latin typeface="Times New Roman"/>
                          <a:cs typeface="Times New Roman"/>
                        </a:rPr>
                        <a:t>parkingó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  <a:p>
                      <a:pPr algn="ctr" marL="23495" marR="7620" indent="-1905">
                        <a:lnSpc>
                          <a:spcPct val="107500"/>
                        </a:lnSpc>
                      </a:pPr>
                      <a:r>
                        <a:rPr dirty="0" sz="500" spc="-25">
                          <a:latin typeface="Times New Roman"/>
                          <a:cs typeface="Times New Roman"/>
                        </a:rPr>
                        <a:t>w,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10">
                          <a:latin typeface="Times New Roman"/>
                          <a:cs typeface="Times New Roman"/>
                        </a:rPr>
                        <a:t>uzupełni</a:t>
                      </a:r>
                      <a:r>
                        <a:rPr dirty="0" sz="5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-20">
                          <a:latin typeface="Times New Roman"/>
                          <a:cs typeface="Times New Roman"/>
                        </a:rPr>
                        <a:t>anie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lstStyle/>
                    <a:p>
                      <a:pPr marL="50165">
                        <a:lnSpc>
                          <a:spcPts val="250"/>
                        </a:lnSpc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Speed,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3335">
                        <a:lnSpc>
                          <a:spcPct val="113500"/>
                        </a:lnSpc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teams,</a:t>
                      </a:r>
                      <a:r>
                        <a:rPr dirty="0" sz="4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tx,</a:t>
                      </a:r>
                      <a:r>
                        <a:rPr dirty="0" sz="45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whatsapp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152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450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outlook,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10:00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18:00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15:00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23:00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50">
                          <a:latin typeface="Calibri"/>
                          <a:cs typeface="Calibri"/>
                        </a:rPr>
                        <a:t>X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4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10">
                          <a:latin typeface="Calibri"/>
                          <a:cs typeface="Calibri"/>
                        </a:rPr>
                        <a:t>22:00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480"/>
                        </a:lnSpc>
                        <a:spcBef>
                          <a:spcPts val="30"/>
                        </a:spcBef>
                      </a:pPr>
                      <a:r>
                        <a:rPr dirty="0" sz="450" spc="-20">
                          <a:latin typeface="Calibri"/>
                          <a:cs typeface="Calibri"/>
                        </a:rPr>
                        <a:t>6:00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984301" y="674464"/>
            <a:ext cx="462280" cy="977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50">
                <a:latin typeface="Calibri"/>
                <a:cs typeface="Calibri"/>
              </a:rPr>
              <a:t>Regulaminu</a:t>
            </a:r>
            <a:r>
              <a:rPr dirty="0" sz="450" spc="60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pracy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9432" y="836929"/>
            <a:ext cx="577850" cy="844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50" spc="10">
                <a:latin typeface="Calibri"/>
                <a:cs typeface="Calibri"/>
              </a:rPr>
              <a:t>Imię</a:t>
            </a:r>
            <a:r>
              <a:rPr dirty="0" sz="350" spc="50">
                <a:latin typeface="Calibri"/>
                <a:cs typeface="Calibri"/>
              </a:rPr>
              <a:t> </a:t>
            </a:r>
            <a:r>
              <a:rPr dirty="0" sz="350" spc="10">
                <a:latin typeface="Calibri"/>
                <a:cs typeface="Calibri"/>
              </a:rPr>
              <a:t>i</a:t>
            </a:r>
            <a:r>
              <a:rPr dirty="0" sz="350" spc="60">
                <a:latin typeface="Calibri"/>
                <a:cs typeface="Calibri"/>
              </a:rPr>
              <a:t> </a:t>
            </a:r>
            <a:r>
              <a:rPr dirty="0" sz="350" spc="10">
                <a:latin typeface="Calibri"/>
                <a:cs typeface="Calibri"/>
              </a:rPr>
              <a:t>nazwisko</a:t>
            </a:r>
            <a:r>
              <a:rPr dirty="0" sz="350" spc="40">
                <a:latin typeface="Calibri"/>
                <a:cs typeface="Calibri"/>
              </a:rPr>
              <a:t> </a:t>
            </a:r>
            <a:r>
              <a:rPr dirty="0" sz="350" spc="-10">
                <a:latin typeface="Calibri"/>
                <a:cs typeface="Calibri"/>
              </a:rPr>
              <a:t>pracownika</a:t>
            </a:r>
            <a:endParaRPr sz="3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9666" y="910653"/>
            <a:ext cx="1429385" cy="22225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r" marR="139065">
              <a:lnSpc>
                <a:spcPct val="100000"/>
              </a:lnSpc>
              <a:spcBef>
                <a:spcPts val="114"/>
              </a:spcBef>
            </a:pPr>
            <a:r>
              <a:rPr dirty="0" sz="500" spc="-10" b="1">
                <a:latin typeface="Calibri"/>
                <a:cs typeface="Calibri"/>
              </a:rPr>
              <a:t>zdalnej</a:t>
            </a:r>
            <a:endParaRPr sz="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450" spc="10">
                <a:latin typeface="Calibri"/>
                <a:cs typeface="Calibri"/>
              </a:rPr>
              <a:t>szczególnych </a:t>
            </a:r>
            <a:r>
              <a:rPr dirty="0" sz="450">
                <a:latin typeface="Calibri"/>
                <a:cs typeface="Calibri"/>
              </a:rPr>
              <a:t>rozwiązaniach</a:t>
            </a:r>
            <a:r>
              <a:rPr dirty="0" sz="450" spc="10">
                <a:latin typeface="Calibri"/>
                <a:cs typeface="Calibri"/>
              </a:rPr>
              <a:t> związanych</a:t>
            </a:r>
            <a:r>
              <a:rPr dirty="0" sz="450" spc="15">
                <a:latin typeface="Calibri"/>
                <a:cs typeface="Calibri"/>
              </a:rPr>
              <a:t> </a:t>
            </a:r>
            <a:r>
              <a:rPr dirty="0" sz="450" spc="10">
                <a:latin typeface="Calibri"/>
                <a:cs typeface="Calibri"/>
              </a:rPr>
              <a:t>z </a:t>
            </a:r>
            <a:r>
              <a:rPr dirty="0" sz="450" spc="-10">
                <a:latin typeface="Calibri"/>
                <a:cs typeface="Calibri"/>
              </a:rPr>
              <a:t>zapobieganiem,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40079" y="841438"/>
            <a:ext cx="790575" cy="0"/>
          </a:xfrm>
          <a:custGeom>
            <a:avLst/>
            <a:gdLst/>
            <a:ahLst/>
            <a:cxnLst/>
            <a:rect l="l" t="t" r="r" b="b"/>
            <a:pathLst>
              <a:path w="790575" h="0">
                <a:moveTo>
                  <a:pt x="0" y="0"/>
                </a:moveTo>
                <a:lnTo>
                  <a:pt x="266223" y="0"/>
                </a:lnTo>
              </a:path>
              <a:path w="790575" h="0">
                <a:moveTo>
                  <a:pt x="262128" y="0"/>
                </a:moveTo>
                <a:lnTo>
                  <a:pt x="528351" y="0"/>
                </a:lnTo>
              </a:path>
              <a:path w="790575" h="0">
                <a:moveTo>
                  <a:pt x="524256" y="0"/>
                </a:moveTo>
                <a:lnTo>
                  <a:pt x="790479" y="0"/>
                </a:lnTo>
              </a:path>
            </a:pathLst>
          </a:custGeom>
          <a:ln w="4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Natalia Niemiec</dc:creator>
  <dc:title>file.pdf</dc:title>
  <dcterms:created xsi:type="dcterms:W3CDTF">2026-09-05T06:54:54Z</dcterms:created>
  <dcterms:modified xsi:type="dcterms:W3CDTF">2026-09-05T06:54:54Z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2026-09-05T00:00:00Z</vt:filetime>
  </property>
  <property fmtid="{D5CDD505-2E9C-101B-9397-08002B2CF9AE}" pid="4" name="Creator">
    <vt:lpwstr>www.smallpdf.com</vt:lpwstr>
  </property>
  <property fmtid="{D5CDD505-2E9C-101B-9397-08002B2CF9AE}" pid="5" name="LastSaved">
    <vt:filetime>2026-09-05T00:00:00Z</vt:filetime>
  </property>
  <property fmtid="{D5CDD505-2E9C-101B-9397-08002B2CF9AE}" pid="6" name="Producer">
    <vt:lpwstr>www.smallpdf.com</vt:lpwstr>
  </property>
</Properties>
</file>